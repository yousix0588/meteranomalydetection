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35fa08bd4a4dc1" /><Relationship Type="http://schemas.openxmlformats.org/officeDocument/2006/relationships/extended-properties" Target="/docProps/app.xml" Id="Rf3ab80b968e54845" /><Relationship Type="http://schemas.openxmlformats.org/officeDocument/2006/relationships/officeDocument" Target="/ppt/presentation.xml" Id="R1419eb22803a411e" /></Relationships>
</file>

<file path=ppt/presentation.xml><?xml version="1.0" encoding="utf-8"?>
<p:presentation xmlns:p="http://schemas.openxmlformats.org/presentationml/2006/main">
  <p:sldMasterIdLst>
    <p:sldMasterId xmlns:r="http://schemas.openxmlformats.org/officeDocument/2006/relationships" id="2147483648" r:id="R0e83512bec6c415f"/>
  </p:sldMasterIdLst>
  <p:notesMasterIdLst>
    <p:notesMasterId xmlns:r="http://schemas.openxmlformats.org/officeDocument/2006/relationships" r:id="R97304325cb07413c"/>
  </p:notesMasterIdLst>
  <p:sldIdLst>
    <p:sldId xmlns:r="http://schemas.openxmlformats.org/officeDocument/2006/relationships" id="256" r:id="R05fdd96ded3e4624"/>
    <p:sldId xmlns:r="http://schemas.openxmlformats.org/officeDocument/2006/relationships" id="257" r:id="R991bec9c330043f4"/>
    <p:sldId xmlns:r="http://schemas.openxmlformats.org/officeDocument/2006/relationships" id="258" r:id="Rd664ffa5a8224052"/>
    <p:sldId xmlns:r="http://schemas.openxmlformats.org/officeDocument/2006/relationships" id="259" r:id="R7a1e2c48d84047c8"/>
    <p:sldId xmlns:r="http://schemas.openxmlformats.org/officeDocument/2006/relationships" id="260" r:id="Rb6b57dbe858c4bfc"/>
    <p:sldId xmlns:r="http://schemas.openxmlformats.org/officeDocument/2006/relationships" id="261" r:id="R2a82c96057d44cf3"/>
    <p:sldId xmlns:r="http://schemas.openxmlformats.org/officeDocument/2006/relationships" id="262" r:id="R2fcbdbbaa76445f4"/>
    <p:sldId xmlns:r="http://schemas.openxmlformats.org/officeDocument/2006/relationships" id="263" r:id="R3bab25ec85e54661"/>
    <p:sldId xmlns:r="http://schemas.openxmlformats.org/officeDocument/2006/relationships" id="264" r:id="R862dadd929944d37"/>
    <p:sldId xmlns:r="http://schemas.openxmlformats.org/officeDocument/2006/relationships" id="265" r:id="R6195cbe06149423a"/>
    <p:sldId xmlns:r="http://schemas.openxmlformats.org/officeDocument/2006/relationships" id="266" r:id="Re26834f2ef1e491f"/>
    <p:sldId xmlns:r="http://schemas.openxmlformats.org/officeDocument/2006/relationships" id="267" r:id="Rd753616a4f614023"/>
    <p:sldId xmlns:r="http://schemas.openxmlformats.org/officeDocument/2006/relationships" id="268" r:id="Rde0390d6d6194a94"/>
    <p:sldId xmlns:r="http://schemas.openxmlformats.org/officeDocument/2006/relationships" id="269" r:id="R5deee46a53bd4c3b"/>
    <p:sldId xmlns:r="http://schemas.openxmlformats.org/officeDocument/2006/relationships" id="270" r:id="R30a9138c231147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644428c3854d42" /><Relationship Type="http://schemas.openxmlformats.org/officeDocument/2006/relationships/slideMaster" Target="/ppt/slideMasters/slideMaster1.xml" Id="R0e83512bec6c415f" /><Relationship Type="http://schemas.openxmlformats.org/officeDocument/2006/relationships/notesMaster" Target="/ppt/notesMasters/notesMaster1.xml" Id="R97304325cb07413c" /><Relationship Type="http://schemas.openxmlformats.org/officeDocument/2006/relationships/presProps" Target="/ppt/presProps.xml" Id="R9d5597a40fb14943" /><Relationship Type="http://schemas.openxmlformats.org/officeDocument/2006/relationships/tableStyles" Target="/ppt/tableStyles.xml" Id="R27d6d828abef44a7" /><Relationship Type="http://schemas.openxmlformats.org/officeDocument/2006/relationships/slide" Target="/ppt/slides/slide1.xml" Id="R05fdd96ded3e4624" /><Relationship Type="http://schemas.openxmlformats.org/officeDocument/2006/relationships/slide" Target="/ppt/slides/slide2.xml" Id="R991bec9c330043f4" /><Relationship Type="http://schemas.openxmlformats.org/officeDocument/2006/relationships/slide" Target="/ppt/slides/slide3.xml" Id="Rd664ffa5a8224052" /><Relationship Type="http://schemas.openxmlformats.org/officeDocument/2006/relationships/slide" Target="/ppt/slides/slide4.xml" Id="R7a1e2c48d84047c8" /><Relationship Type="http://schemas.openxmlformats.org/officeDocument/2006/relationships/slide" Target="/ppt/slides/slide5.xml" Id="Rb6b57dbe858c4bfc" /><Relationship Type="http://schemas.openxmlformats.org/officeDocument/2006/relationships/slide" Target="/ppt/slides/slide6.xml" Id="R2a82c96057d44cf3" /><Relationship Type="http://schemas.openxmlformats.org/officeDocument/2006/relationships/slide" Target="/ppt/slides/slide7.xml" Id="R2fcbdbbaa76445f4" /><Relationship Type="http://schemas.openxmlformats.org/officeDocument/2006/relationships/slide" Target="/ppt/slides/slide8.xml" Id="R3bab25ec85e54661" /><Relationship Type="http://schemas.openxmlformats.org/officeDocument/2006/relationships/slide" Target="/ppt/slides/slide9.xml" Id="R862dadd929944d37" /><Relationship Type="http://schemas.openxmlformats.org/officeDocument/2006/relationships/slide" Target="/ppt/slides/slide10.xml" Id="R6195cbe06149423a" /><Relationship Type="http://schemas.openxmlformats.org/officeDocument/2006/relationships/slide" Target="/ppt/slides/slide11.xml" Id="Re26834f2ef1e491f" /><Relationship Type="http://schemas.openxmlformats.org/officeDocument/2006/relationships/slide" Target="/ppt/slides/slide12.xml" Id="Rd753616a4f614023" /><Relationship Type="http://schemas.openxmlformats.org/officeDocument/2006/relationships/slide" Target="/ppt/slides/slide13.xml" Id="Rde0390d6d6194a94" /><Relationship Type="http://schemas.openxmlformats.org/officeDocument/2006/relationships/slide" Target="/ppt/slides/slide14.xml" Id="R5deee46a53bd4c3b" /><Relationship Type="http://schemas.openxmlformats.org/officeDocument/2006/relationships/slide" Target="/ppt/slides/slide15.xml" Id="R30a9138c231147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01a4067a52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32b3ea705d4e0a" /><Relationship Type="http://schemas.openxmlformats.org/officeDocument/2006/relationships/notesMaster" Target="/ppt/notesMasters/notesMaster1.xml" Id="R731fbd5f2f764b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adbd1d99004a02" /><Relationship Type="http://schemas.openxmlformats.org/officeDocument/2006/relationships/notesMaster" Target="/ppt/notesMasters/notesMaster1.xml" Id="R897db98c470041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28e48e239f4559" /><Relationship Type="http://schemas.openxmlformats.org/officeDocument/2006/relationships/notesMaster" Target="/ppt/notesMasters/notesMaster1.xml" Id="Rdf77c6926d6f43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495975f44d4716" /><Relationship Type="http://schemas.openxmlformats.org/officeDocument/2006/relationships/notesMaster" Target="/ppt/notesMasters/notesMaster1.xml" Id="R04972d9ca70543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cb8256f9a54d42" /><Relationship Type="http://schemas.openxmlformats.org/officeDocument/2006/relationships/notesMaster" Target="/ppt/notesMasters/notesMaster1.xml" Id="Re446a41e03184e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42f02205784a88" /><Relationship Type="http://schemas.openxmlformats.org/officeDocument/2006/relationships/notesMaster" Target="/ppt/notesMasters/notesMaster1.xml" Id="Rac9feb43ba45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f383eb287d47c0" /><Relationship Type="http://schemas.openxmlformats.org/officeDocument/2006/relationships/notesMaster" Target="/ppt/notesMasters/notesMaster1.xml" Id="Re17bb14aa9b54c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7733a967a64658" /><Relationship Type="http://schemas.openxmlformats.org/officeDocument/2006/relationships/notesMaster" Target="/ppt/notesMasters/notesMaster1.xml" Id="R92e95c7a98a84c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0783f7996b439f" /><Relationship Type="http://schemas.openxmlformats.org/officeDocument/2006/relationships/notesMaster" Target="/ppt/notesMasters/notesMaster1.xml" Id="Rc20fb2c419744b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e73b887623498e" /><Relationship Type="http://schemas.openxmlformats.org/officeDocument/2006/relationships/notesMaster" Target="/ppt/notesMasters/notesMaster1.xml" Id="Rcf6a6cec84884b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500f6ffeee4c1c" /><Relationship Type="http://schemas.openxmlformats.org/officeDocument/2006/relationships/notesMaster" Target="/ppt/notesMasters/notesMaster1.xml" Id="Rc1235bf6e2d44e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622f2ff49846a6" /><Relationship Type="http://schemas.openxmlformats.org/officeDocument/2006/relationships/notesMaster" Target="/ppt/notesMasters/notesMaster1.xml" Id="R8719a40ca8bf47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9acc6e3b34923" /><Relationship Type="http://schemas.openxmlformats.org/officeDocument/2006/relationships/notesMaster" Target="/ppt/notesMasters/notesMaster1.xml" Id="R73106e2689b44a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2389ea64b14704" /><Relationship Type="http://schemas.openxmlformats.org/officeDocument/2006/relationships/notesMaster" Target="/ppt/notesMasters/notesMaster1.xml" Id="R34b80b0f92a94a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718dfa830e4bb4" /><Relationship Type="http://schemas.openxmlformats.org/officeDocument/2006/relationships/notesMaster" Target="/ppt/notesMasters/notesMaster1.xml" Id="R51b7bd1f755e43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the integrated August detection pipeline, the evidence we have collected, and the evaluation that remains. The historical pilot included five methods. The current repository integrates four methods. Sources: Presentation Sem 1.pdf, Presentation_Sem_2.pdf, group14reshape/README.md and runs/ensemble.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Presentation Sem 1.pdf for member names. Presentation_Sem_2.pdf and docs/Meter_Behaviour_Report.docx for project scope. Individual ownership of workstreams requires team confirmation, so this slide describes collective contributions without assigning unverified roles. Suggested presenters should agree section ownership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source Semester 2 presentation and the project discussion. A model flag is an anomaly candidate. Equipment fault classification and audited energy savings require evidence beyond model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group14reshape/README.md, configs, methods, shared/build_ensemble_features.py and runs/ensemble. The team executed model jobs on Spartan and copied outputs locally. Python and YAML paths use the project structure. Some Slurm scripts still contain cluster-specific absolute paths. The wide feature table supports comparison and future ensemble modelling. It does not establish a trained final ensemble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docs/Meter_Behaviour_Report.docx. The source report catalogues 622 channels across RACV and InchScape and analyses 417 channels from usable files. The report cohort differs from current August model coverage. Stable:149, seasonal:254, no repeatable pattern:14. Percentages round to 36%,61%,3%. Equipment/site counts 129 devices and 13 types come from the source Semester 2 presentation. Reporting span:25 October 2025 to27 August2026.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methods/lstm_autoencoder, methods/lstm_vae, methods/rpca, methods/matrix_profile. Literature: Malhotra et al.,2016, LSTM-based Encoder-Decoder for Multi-sensor Anomaly Detection, https://arxiv.org/abs/1607.00148 . Kingma and Welling,2013, Auto-Encoding Variational Bayes, https://arxiv.org/abs/1312.6114 . Candes et al.,2011, Robust Principal Component Analysis?, https://arxiv.org/abs/0912.3599 . Yeh et al.,2016, Matrix Profile I, https://www.cs.ucr.edu/~eamonn/MatrixProfile.html . These references explain the method families. Repository implementations determine this project's actual scoring and windowing. LOF belongs to the earlier five-method pilot, whose outputs and calibration differ from the current August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methods/lstm_vae and configs. The implementation uses a 24-hour window of 288 five-minute points and a three-point stride. Electrical features include real/reactive power, power factor, maximum voltage and current, with optional calendar features. The training objective includes reconstruction loss and KL regularisation. Aligned inference scores use reconstruction errors for the final three points, not KL as a point-level fault probability. A per-channel model learns historical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configs/common.yaml, configs/output_contract.yaml, four method adapters and shared/build_ensemble_features.py. Historical training data ends before1August2026. Test range:1August through31August, half-open boundary ending1September2026, Australia/Sydney. Neural models use288 five-minute points and stride3, scoring the final3 points. RPCA uses daily context and point residuals. Matrix Profile uses a30-minute base with2h,6h,24h subsequences and a fixedJuly baseline. The adapter repeats a30-minute score over two15-minute bins and sets data_status=upsampled_from_30m. Frozen train/baseline ECDF provides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runs/ensemble/run_summary.csv, grouped by model. Channel counts:437,428,260,297. Available intervals:1253346,1228011,753792,883296. Flags:8034,43250,249608,7201. Flagged share=flagged intervals/available intervals, yielding about0.64%,3.52%,33.11%,0.82%. These ratios measure output alert burden, not false-positive rates or accuracy. Coverage differs between methods. MP counts aligned15-minute bins repeated from30-minute scores. Comparisons of detector quality require common channels, common valid times and verified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runs/ensemble/manual_review_august_v3/review_cases.csv and review_timeline_15min.csv, MR001, DD43710150291_0, anchor21August202606:00+10:00. The chart shows15-minute mean real power and model maximum percentiles from24hours before to24hours after the selected interval. All four models flagged the anchor interval. Power rises from roughly4kW to28kW then follows a varying daytime load. Before the rise, the raw series has a prolonged flat stretch. This may reflect normal operation or data recovery, among other explanations. No confirmed fault label exists for MR001. Client feedback in the project discussion:review capacity was limited and some sampled alerts could not be corroborated. Those comments are not a complete labelled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runs/ensemble/manual_review_august_v3/review_cases.csv. Counts:6four-model consensus,6three-model consensus,6MP-only,5AE-only,5VAE-only,5RPCA-only,8long-event cases (two per method). Thus12consensus,21single-model and8long-event cases. Each case has48hours of raw5-minute data and aligned15-minute scores plus August context. This is a purposive sample designed to inspect disagreements, not a random prevalence sample. All41review_status fields currently read unreviewed and review_label is empty. User-reported client feedback is informal and cannot support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docs/Meter_Behaviour_Report.docx, docs/Energy_Waste_Report.docx and docs/Energy_Waste_Meter_Detail.docx. Behaviour report cohort417. About96% have at leastone stuck-reading episode. The largest shared freeze occurs18–20August, affecting up to355channels over roughly2.4days. Simultaneous power/current/voltage freezes and cross-channel timing suggest data or communications problems, but operational cause remains unconfirmed. Energy report identifies144standby candidates,39weekend candidates and115spike-day candidates. These groups overlap. The indicative annualised estimate of about1.4million kWh is an assumption-based screening estimate, not audited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data/injected_meters compared with data/processed/meter_csvs in the repository audit.33modified channels,6292changed5-minute real-power points inAugust,111continuous changed segments. Segment count is not an injection-event count. pRealKw_original matches original real power and must be excluded from model features. Training real power is unchanged. The helper positive/negative power columns changed across the whole time range, including training dates. This is a confounder for the11-feature LSTM AE. Timestamps must be matched by UTC instant because displayed offsets differ. The plot uses DD33710136504_0.csv and its pRealKw_original reference around the first power change. No injected-data detection rate has yet been established locally.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injected-data audit, model input configurations and user discussion requesting use of trained weights rather than automatic retraining. The intended experiment scores original and injected versions with exactly the same trained weights, scalers, feature ordering, ECDF, thresholds and time alignment. Complete matching artifacts must be recovered from the cloud where absent locally. Retraining is not a prerequisite when matching inference artifacts exist. Correct the auxiliary power columns consistently before comparison and keep pRealKw_original outside inference. A manifest should identify actual injection intervals and labels. Suggested metrics:recall over known injected events, delay from injection start to firstflag, change in calibrated/rawscore, and baseline alertburden on untouched periods. Do not report formal false-positive rate without known negative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folders, fourAugust outputCSVs, manualreviewv3, threebehaviour/energyreports and projectdiscussion. Completed:repository restructuring, commonI/Ocontract, Augustcloudexecution, outputalignment/aggregation, manualreviewselection/Englishvisualisation, behaviour/energyanalysis. Established:models differ incoverage andflagging, percentiles supporthistoricalcomparison, dataquality canconfoundinterpretation, modelagreement aloneis insufficientfor confirmedfaults. Unfinished:complete local savedartifacts, cleanpaired injectedexperiment, verifiedoperational labels, detector andensemble evaluation. Current widefeature table is not a trained final ensemble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676364804344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968eddf4314ba9" /><Relationship Type="http://schemas.openxmlformats.org/officeDocument/2006/relationships/slideLayout" Target="/ppt/slideLayouts/slideLayout1.xml" Id="R897a2114d61746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7a2114d61746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07aa0d71d443ad" /><Relationship Type="http://schemas.openxmlformats.org/officeDocument/2006/relationships/notesSlide" Target="/ppt/notesSlides/notesSlide1.xml" Id="Rb0343788f3cb4c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914abc756b4ede" /><Relationship Type="http://schemas.openxmlformats.org/officeDocument/2006/relationships/notesSlide" Target="/ppt/notesSlides/notesSlide2.xml" Id="R7187953b97f84a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1f6e234a76433c" /><Relationship Type="http://schemas.openxmlformats.org/officeDocument/2006/relationships/notesSlide" Target="/ppt/notesSlides/notesSlide3.xml" Id="Re032386e7c2e4a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b5e0492139471b" /><Relationship Type="http://schemas.openxmlformats.org/officeDocument/2006/relationships/notesSlide" Target="/ppt/notesSlides/notesSlide4.xml" Id="Rc990bfe0990a4f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a55a6ea2ce470e" /><Relationship Type="http://schemas.openxmlformats.org/officeDocument/2006/relationships/chart" Target="/ppt/slides/charts/chart1.xml" Id="R6c2fcd9a58f2401e" /><Relationship Type="http://schemas.openxmlformats.org/officeDocument/2006/relationships/notesSlide" Target="/ppt/notesSlides/notesSlide5.xml" Id="R442e653ddde846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d6b921e3f54b10" /><Relationship Type="http://schemas.openxmlformats.org/officeDocument/2006/relationships/notesSlide" Target="/ppt/notesSlides/notesSlide6.xml" Id="R80b3b462097c44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d40e66685748f3" /><Relationship Type="http://schemas.openxmlformats.org/officeDocument/2006/relationships/notesSlide" Target="/ppt/notesSlides/notesSlide7.xml" Id="R36bee751e55341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9a1784c9bc481b" /><Relationship Type="http://schemas.openxmlformats.org/officeDocument/2006/relationships/notesSlide" Target="/ppt/notesSlides/notesSlide8.xml" Id="R69b8d1ac669c46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a14221fd884e83" /><Relationship Type="http://schemas.openxmlformats.org/officeDocument/2006/relationships/chart" Target="/ppt/slides/charts/chart2.xml" Id="R2a74c86aea384423" /><Relationship Type="http://schemas.openxmlformats.org/officeDocument/2006/relationships/chart" Target="/ppt/slides/charts/chart3.xml" Id="R21c3f7ca4488465e" /><Relationship Type="http://schemas.openxmlformats.org/officeDocument/2006/relationships/notesSlide" Target="/ppt/notesSlides/notesSlide9.xml" Id="R0784323ced354d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ba4c26b9984020" /><Relationship Type="http://schemas.openxmlformats.org/officeDocument/2006/relationships/chart" Target="/ppt/slides/charts/chart4.xml" Id="R13e9a4130f034195" /><Relationship Type="http://schemas.openxmlformats.org/officeDocument/2006/relationships/chart" Target="/ppt/slides/charts/chart5.xml" Id="Ra9008231178e4ad4" /><Relationship Type="http://schemas.openxmlformats.org/officeDocument/2006/relationships/notesSlide" Target="/ppt/notesSlides/notesSlide10.xml" Id="R76b078d4883b4f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6641ea265541de" /><Relationship Type="http://schemas.openxmlformats.org/officeDocument/2006/relationships/chart" Target="/ppt/slides/charts/chart6.xml" Id="R49c10deeee18488b" /><Relationship Type="http://schemas.openxmlformats.org/officeDocument/2006/relationships/notesSlide" Target="/ppt/notesSlides/notesSlide11.xml" Id="Ra062473d89954b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eb9b7e9bc342da" /><Relationship Type="http://schemas.openxmlformats.org/officeDocument/2006/relationships/notesSlide" Target="/ppt/notesSlides/notesSlide12.xml" Id="Rf09c04097f1649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1a76cd95834154" /><Relationship Type="http://schemas.openxmlformats.org/officeDocument/2006/relationships/chart" Target="/ppt/slides/charts/chart7.xml" Id="R8b31728900534e90" /><Relationship Type="http://schemas.openxmlformats.org/officeDocument/2006/relationships/notesSlide" Target="/ppt/notesSlides/notesSlide13.xml" Id="R0847747a252347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415190d1794017" /><Relationship Type="http://schemas.openxmlformats.org/officeDocument/2006/relationships/notesSlide" Target="/ppt/notesSlides/notesSlide14.xml" Id="R62f1cd1507304d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ebbf52ead64bc8" /><Relationship Type="http://schemas.openxmlformats.org/officeDocument/2006/relationships/notesSlide" Target="/ppt/notesSlides/notesSlide15.xml" Id="R53a4523711a049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Channels</c:v>
          </c:tx>
          <c:spPr>
            <a:solidFill xmlns:a="http://schemas.openxmlformats.org/drawingml/2006/main">
              <a:srgbClr val="007F85"/>
            </a:solidFill>
          </c:spPr>
          <c:cat>
            <c:strRef>
              <c:f>'Chart Data'!$A$2:$A$4</c:f>
              <c:strCache>
                <c:ptCount val="3"/>
                <c:pt idx="0">
                  <c:v>Stable</c:v>
                </c:pt>
                <c:pt idx="1">
                  <c:v>Seasonal</c:v>
                </c:pt>
                <c:pt idx="2">
                  <c:v>No repeatable pattern</c:v>
                </c:pt>
              </c:strCache>
            </c:strRef>
          </c:cat>
          <c:val>
            <c:numRef>
              <c:f>'Chart Data'!$B$2:$B$4</c:f>
              <c:numCache>
                <c:formatCode>0</c:formatCode>
                <c:ptCount val="3"/>
                <c:pt idx="0">
                  <c:v>149</c:v>
                </c:pt>
                <c:pt idx="1">
                  <c:v>254</c:v>
                </c:pt>
                <c:pt idx="2">
                  <c:v>14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6EEF2"/>
            </a:solidFill>
          </a:ln>
        </c:spPr>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9525">
              <a:solidFill>
                <a:srgbClr val="E6EE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3778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Channels</c:v>
          </c:tx>
          <c:spPr>
            <a:solidFill xmlns:a="http://schemas.openxmlformats.org/drawingml/2006/main">
              <a:srgbClr val="477EBA"/>
            </a:solidFill>
          </c:spPr>
          <c:cat>
            <c:strRef>
              <c:f>'Chart Data'!$A$2:$A$5</c:f>
              <c:strCache>
                <c:ptCount val="4"/>
                <c:pt idx="0">
                  <c:v>LSTM AE</c:v>
                </c:pt>
                <c:pt idx="1">
                  <c:v>LSTM-VAE</c:v>
                </c:pt>
                <c:pt idx="2">
                  <c:v>Matrix Profile</c:v>
                </c:pt>
                <c:pt idx="3">
                  <c:v>RPCA</c:v>
                </c:pt>
              </c:strCache>
            </c:strRef>
          </c:cat>
          <c:val>
            <c:numRef>
              <c:f>'Chart Data'!$B$2:$B$5</c:f>
              <c:numCache>
                <c:formatCode>0</c:formatCode>
                <c:ptCount val="4"/>
                <c:pt idx="0">
                  <c:v>437</c:v>
                </c:pt>
                <c:pt idx="1">
                  <c:v>428</c:v>
                </c:pt>
                <c:pt idx="2">
                  <c:v>260</c:v>
                </c:pt>
                <c:pt idx="3">
                  <c:v>297</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6EEF2"/>
            </a:solidFill>
          </a:ln>
        </c:spPr>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9525">
              <a:solidFill>
                <a:srgbClr val="E6EE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3778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Flagged interval share</c:v>
          </c:tx>
          <c:spPr>
            <a:solidFill xmlns:a="http://schemas.openxmlformats.org/drawingml/2006/main">
              <a:srgbClr val="007F85"/>
            </a:solidFill>
          </c:spPr>
          <c:cat>
            <c:strRef>
              <c:f>'Chart Data'!$A$2:$A$5</c:f>
              <c:strCache>
                <c:ptCount val="4"/>
                <c:pt idx="0">
                  <c:v>LSTM AE</c:v>
                </c:pt>
                <c:pt idx="1">
                  <c:v>LSTM-VAE</c:v>
                </c:pt>
                <c:pt idx="2">
                  <c:v>Matrix Profile</c:v>
                </c:pt>
                <c:pt idx="3">
                  <c:v>RPCA</c:v>
                </c:pt>
              </c:strCache>
            </c:strRef>
          </c:cat>
          <c:val>
            <c:numRef>
              <c:f>'Chart Data'!$B$2:$B$5</c:f>
              <c:numCache>
                <c:formatCode>0.00%</c:formatCode>
                <c:ptCount val="4"/>
                <c:pt idx="0">
                  <c:v>0.00641004160064</c:v>
                </c:pt>
                <c:pt idx="1">
                  <c:v>0.0352195542222</c:v>
                </c:pt>
                <c:pt idx="2">
                  <c:v>0.331136440822</c:v>
                </c:pt>
                <c:pt idx="3">
                  <c:v>0.00815242002681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6EEF2"/>
            </a:solidFill>
          </a:ln>
        </c:spPr>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9525">
              <a:solidFill>
                <a:srgbClr val="E6EE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3778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Mean real power (15 min)</c:v>
          </c:tx>
          <c:spPr>
            <a:ln xmlns:a="http://schemas.openxmlformats.org/drawingml/2006/main" w="23813">
              <a:solidFill>
                <a:srgbClr val="477EBA"/>
              </a:solidFill>
            </a:ln>
          </c:spPr>
          <c:marker>
            <c:symbol val="none"/>
          </c:marker>
          <c:xVal>
            <c:numRef>
              <c:f>'Chart Data'!$A$2:$A$193</c:f>
              <c:numCache>
                <c:formatCode>0.00</c:formatCode>
                <c:ptCount val="192"/>
                <c:pt idx="0">
                  <c:v>-24</c:v>
                </c:pt>
                <c:pt idx="1">
                  <c:v>-23.75</c:v>
                </c:pt>
                <c:pt idx="2">
                  <c:v>-23.5</c:v>
                </c:pt>
                <c:pt idx="3">
                  <c:v>-23.25</c:v>
                </c:pt>
                <c:pt idx="4">
                  <c:v>-23</c:v>
                </c:pt>
                <c:pt idx="5">
                  <c:v>-22.75</c:v>
                </c:pt>
                <c:pt idx="6">
                  <c:v>-22.5</c:v>
                </c:pt>
                <c:pt idx="7">
                  <c:v>-22.25</c:v>
                </c:pt>
                <c:pt idx="8">
                  <c:v>-22</c:v>
                </c:pt>
                <c:pt idx="9">
                  <c:v>-21.75</c:v>
                </c:pt>
                <c:pt idx="10">
                  <c:v>-21.5</c:v>
                </c:pt>
                <c:pt idx="11">
                  <c:v>-21.25</c:v>
                </c:pt>
                <c:pt idx="12">
                  <c:v>-21</c:v>
                </c:pt>
                <c:pt idx="13">
                  <c:v>-20.75</c:v>
                </c:pt>
                <c:pt idx="14">
                  <c:v>-20.5</c:v>
                </c:pt>
                <c:pt idx="15">
                  <c:v>-20.25</c:v>
                </c:pt>
                <c:pt idx="16">
                  <c:v>-20</c:v>
                </c:pt>
                <c:pt idx="17">
                  <c:v>-19.75</c:v>
                </c:pt>
                <c:pt idx="18">
                  <c:v>-19.5</c:v>
                </c:pt>
                <c:pt idx="19">
                  <c:v>-19.25</c:v>
                </c:pt>
                <c:pt idx="20">
                  <c:v>-19</c:v>
                </c:pt>
                <c:pt idx="21">
                  <c:v>-18.75</c:v>
                </c:pt>
                <c:pt idx="22">
                  <c:v>-18.5</c:v>
                </c:pt>
                <c:pt idx="23">
                  <c:v>-18.25</c:v>
                </c:pt>
                <c:pt idx="24">
                  <c:v>-18</c:v>
                </c:pt>
                <c:pt idx="25">
                  <c:v>-17.75</c:v>
                </c:pt>
                <c:pt idx="26">
                  <c:v>-17.5</c:v>
                </c:pt>
                <c:pt idx="27">
                  <c:v>-17.25</c:v>
                </c:pt>
                <c:pt idx="28">
                  <c:v>-17</c:v>
                </c:pt>
                <c:pt idx="29">
                  <c:v>-16.75</c:v>
                </c:pt>
                <c:pt idx="30">
                  <c:v>-16.5</c:v>
                </c:pt>
                <c:pt idx="31">
                  <c:v>-16.25</c:v>
                </c:pt>
                <c:pt idx="32">
                  <c:v>-16</c:v>
                </c:pt>
                <c:pt idx="33">
                  <c:v>-15.75</c:v>
                </c:pt>
                <c:pt idx="34">
                  <c:v>-15.5</c:v>
                </c:pt>
                <c:pt idx="35">
                  <c:v>-15.25</c:v>
                </c:pt>
                <c:pt idx="36">
                  <c:v>-15</c:v>
                </c:pt>
                <c:pt idx="37">
                  <c:v>-14.75</c:v>
                </c:pt>
                <c:pt idx="38">
                  <c:v>-14.5</c:v>
                </c:pt>
                <c:pt idx="39">
                  <c:v>-14.25</c:v>
                </c:pt>
                <c:pt idx="40">
                  <c:v>-14</c:v>
                </c:pt>
                <c:pt idx="41">
                  <c:v>-13.75</c:v>
                </c:pt>
                <c:pt idx="42">
                  <c:v>-13.5</c:v>
                </c:pt>
                <c:pt idx="43">
                  <c:v>-13.25</c:v>
                </c:pt>
                <c:pt idx="44">
                  <c:v>-13</c:v>
                </c:pt>
                <c:pt idx="45">
                  <c:v>-12.75</c:v>
                </c:pt>
                <c:pt idx="46">
                  <c:v>-12.5</c:v>
                </c:pt>
                <c:pt idx="47">
                  <c:v>-12.25</c:v>
                </c:pt>
                <c:pt idx="48">
                  <c:v>-12</c:v>
                </c:pt>
                <c:pt idx="49">
                  <c:v>-11.75</c:v>
                </c:pt>
                <c:pt idx="50">
                  <c:v>-11.5</c:v>
                </c:pt>
                <c:pt idx="51">
                  <c:v>-11.25</c:v>
                </c:pt>
                <c:pt idx="52">
                  <c:v>-11</c:v>
                </c:pt>
                <c:pt idx="53">
                  <c:v>-10.75</c:v>
                </c:pt>
                <c:pt idx="54">
                  <c:v>-10.5</c:v>
                </c:pt>
                <c:pt idx="55">
                  <c:v>-10.25</c:v>
                </c:pt>
                <c:pt idx="56">
                  <c:v>-10</c:v>
                </c:pt>
                <c:pt idx="57">
                  <c:v>-9.75</c:v>
                </c:pt>
                <c:pt idx="58">
                  <c:v>-9.5</c:v>
                </c:pt>
                <c:pt idx="59">
                  <c:v>-9.25</c:v>
                </c:pt>
                <c:pt idx="60">
                  <c:v>-9</c:v>
                </c:pt>
                <c:pt idx="61">
                  <c:v>-8.75</c:v>
                </c:pt>
                <c:pt idx="62">
                  <c:v>-8.5</c:v>
                </c:pt>
                <c:pt idx="63">
                  <c:v>-8.25</c:v>
                </c:pt>
                <c:pt idx="64">
                  <c:v>-8</c:v>
                </c:pt>
                <c:pt idx="65">
                  <c:v>-7.75</c:v>
                </c:pt>
                <c:pt idx="66">
                  <c:v>-7.5</c:v>
                </c:pt>
                <c:pt idx="67">
                  <c:v>-7.25</c:v>
                </c:pt>
                <c:pt idx="68">
                  <c:v>-7</c:v>
                </c:pt>
                <c:pt idx="69">
                  <c:v>-6.75</c:v>
                </c:pt>
                <c:pt idx="70">
                  <c:v>-6.5</c:v>
                </c:pt>
                <c:pt idx="71">
                  <c:v>-6.25</c:v>
                </c:pt>
                <c:pt idx="72">
                  <c:v>-6</c:v>
                </c:pt>
                <c:pt idx="73">
                  <c:v>-5.75</c:v>
                </c:pt>
                <c:pt idx="74">
                  <c:v>-5.5</c:v>
                </c:pt>
                <c:pt idx="75">
                  <c:v>-5.25</c:v>
                </c:pt>
                <c:pt idx="76">
                  <c:v>-5</c:v>
                </c:pt>
                <c:pt idx="77">
                  <c:v>-4.75</c:v>
                </c:pt>
                <c:pt idx="78">
                  <c:v>-4.5</c:v>
                </c:pt>
                <c:pt idx="79">
                  <c:v>-4.25</c:v>
                </c:pt>
                <c:pt idx="80">
                  <c:v>-4</c:v>
                </c:pt>
                <c:pt idx="81">
                  <c:v>-3.75</c:v>
                </c:pt>
                <c:pt idx="82">
                  <c:v>-3.5</c:v>
                </c:pt>
                <c:pt idx="83">
                  <c:v>-3.25</c:v>
                </c:pt>
                <c:pt idx="84">
                  <c:v>-3</c:v>
                </c:pt>
                <c:pt idx="85">
                  <c:v>-2.75</c:v>
                </c:pt>
                <c:pt idx="86">
                  <c:v>-2.5</c:v>
                </c:pt>
                <c:pt idx="87">
                  <c:v>-2.25</c:v>
                </c:pt>
                <c:pt idx="88">
                  <c:v>-2</c:v>
                </c:pt>
                <c:pt idx="89">
                  <c:v>-1.75</c:v>
                </c:pt>
                <c:pt idx="90">
                  <c:v>-1.5</c:v>
                </c:pt>
                <c:pt idx="91">
                  <c:v>-1.25</c:v>
                </c:pt>
                <c:pt idx="92">
                  <c:v>-1</c:v>
                </c:pt>
                <c:pt idx="93">
                  <c:v>-0.75</c:v>
                </c:pt>
                <c:pt idx="94">
                  <c:v>-0.5</c:v>
                </c:pt>
                <c:pt idx="95">
                  <c:v>-0.25</c:v>
                </c:pt>
                <c:pt idx="96">
                  <c:v>0</c:v>
                </c:pt>
                <c:pt idx="97">
                  <c:v>0.25</c:v>
                </c:pt>
                <c:pt idx="98">
                  <c:v>0.5</c:v>
                </c:pt>
                <c:pt idx="99">
                  <c:v>0.75</c:v>
                </c:pt>
                <c:pt idx="100">
                  <c:v>1</c:v>
                </c:pt>
                <c:pt idx="101">
                  <c:v>1.25</c:v>
                </c:pt>
                <c:pt idx="102">
                  <c:v>1.5</c:v>
                </c:pt>
                <c:pt idx="103">
                  <c:v>1.75</c:v>
                </c:pt>
                <c:pt idx="104">
                  <c:v>2</c:v>
                </c:pt>
                <c:pt idx="105">
                  <c:v>2.25</c:v>
                </c:pt>
                <c:pt idx="106">
                  <c:v>2.5</c:v>
                </c:pt>
                <c:pt idx="107">
                  <c:v>2.75</c:v>
                </c:pt>
                <c:pt idx="108">
                  <c:v>3</c:v>
                </c:pt>
                <c:pt idx="109">
                  <c:v>3.25</c:v>
                </c:pt>
                <c:pt idx="110">
                  <c:v>3.5</c:v>
                </c:pt>
                <c:pt idx="111">
                  <c:v>3.75</c:v>
                </c:pt>
                <c:pt idx="112">
                  <c:v>4</c:v>
                </c:pt>
                <c:pt idx="113">
                  <c:v>4.25</c:v>
                </c:pt>
                <c:pt idx="114">
                  <c:v>4.5</c:v>
                </c:pt>
                <c:pt idx="115">
                  <c:v>4.75</c:v>
                </c:pt>
                <c:pt idx="116">
                  <c:v>5</c:v>
                </c:pt>
                <c:pt idx="117">
                  <c:v>5.25</c:v>
                </c:pt>
                <c:pt idx="118">
                  <c:v>5.5</c:v>
                </c:pt>
                <c:pt idx="119">
                  <c:v>5.75</c:v>
                </c:pt>
                <c:pt idx="120">
                  <c:v>6</c:v>
                </c:pt>
                <c:pt idx="121">
                  <c:v>6.25</c:v>
                </c:pt>
                <c:pt idx="122">
                  <c:v>6.5</c:v>
                </c:pt>
                <c:pt idx="123">
                  <c:v>6.75</c:v>
                </c:pt>
                <c:pt idx="124">
                  <c:v>7</c:v>
                </c:pt>
                <c:pt idx="125">
                  <c:v>7.25</c:v>
                </c:pt>
                <c:pt idx="126">
                  <c:v>7.5</c:v>
                </c:pt>
                <c:pt idx="127">
                  <c:v>7.75</c:v>
                </c:pt>
                <c:pt idx="128">
                  <c:v>8</c:v>
                </c:pt>
                <c:pt idx="129">
                  <c:v>8.25</c:v>
                </c:pt>
                <c:pt idx="130">
                  <c:v>8.5</c:v>
                </c:pt>
                <c:pt idx="131">
                  <c:v>8.75</c:v>
                </c:pt>
                <c:pt idx="132">
                  <c:v>9</c:v>
                </c:pt>
                <c:pt idx="133">
                  <c:v>9.25</c:v>
                </c:pt>
                <c:pt idx="134">
                  <c:v>9.5</c:v>
                </c:pt>
                <c:pt idx="135">
                  <c:v>9.75</c:v>
                </c:pt>
                <c:pt idx="136">
                  <c:v>10</c:v>
                </c:pt>
                <c:pt idx="137">
                  <c:v>10.25</c:v>
                </c:pt>
                <c:pt idx="138">
                  <c:v>10.5</c:v>
                </c:pt>
                <c:pt idx="139">
                  <c:v>10.75</c:v>
                </c:pt>
                <c:pt idx="140">
                  <c:v>11</c:v>
                </c:pt>
                <c:pt idx="141">
                  <c:v>11.25</c:v>
                </c:pt>
                <c:pt idx="142">
                  <c:v>11.5</c:v>
                </c:pt>
                <c:pt idx="143">
                  <c:v>11.75</c:v>
                </c:pt>
                <c:pt idx="144">
                  <c:v>12</c:v>
                </c:pt>
                <c:pt idx="145">
                  <c:v>12.25</c:v>
                </c:pt>
                <c:pt idx="146">
                  <c:v>12.5</c:v>
                </c:pt>
                <c:pt idx="147">
                  <c:v>12.75</c:v>
                </c:pt>
                <c:pt idx="148">
                  <c:v>13</c:v>
                </c:pt>
                <c:pt idx="149">
                  <c:v>13.25</c:v>
                </c:pt>
                <c:pt idx="150">
                  <c:v>13.5</c:v>
                </c:pt>
                <c:pt idx="151">
                  <c:v>13.75</c:v>
                </c:pt>
                <c:pt idx="152">
                  <c:v>14</c:v>
                </c:pt>
                <c:pt idx="153">
                  <c:v>14.25</c:v>
                </c:pt>
                <c:pt idx="154">
                  <c:v>14.5</c:v>
                </c:pt>
                <c:pt idx="155">
                  <c:v>14.75</c:v>
                </c:pt>
                <c:pt idx="156">
                  <c:v>15</c:v>
                </c:pt>
                <c:pt idx="157">
                  <c:v>15.25</c:v>
                </c:pt>
                <c:pt idx="158">
                  <c:v>15.5</c:v>
                </c:pt>
                <c:pt idx="159">
                  <c:v>15.75</c:v>
                </c:pt>
                <c:pt idx="160">
                  <c:v>16</c:v>
                </c:pt>
                <c:pt idx="161">
                  <c:v>16.25</c:v>
                </c:pt>
                <c:pt idx="162">
                  <c:v>16.5</c:v>
                </c:pt>
                <c:pt idx="163">
                  <c:v>16.75</c:v>
                </c:pt>
                <c:pt idx="164">
                  <c:v>17</c:v>
                </c:pt>
                <c:pt idx="165">
                  <c:v>17.25</c:v>
                </c:pt>
                <c:pt idx="166">
                  <c:v>17.5</c:v>
                </c:pt>
                <c:pt idx="167">
                  <c:v>17.75</c:v>
                </c:pt>
                <c:pt idx="168">
                  <c:v>18</c:v>
                </c:pt>
                <c:pt idx="169">
                  <c:v>18.25</c:v>
                </c:pt>
                <c:pt idx="170">
                  <c:v>18.5</c:v>
                </c:pt>
                <c:pt idx="171">
                  <c:v>18.75</c:v>
                </c:pt>
                <c:pt idx="172">
                  <c:v>19</c:v>
                </c:pt>
                <c:pt idx="173">
                  <c:v>19.25</c:v>
                </c:pt>
                <c:pt idx="174">
                  <c:v>19.5</c:v>
                </c:pt>
                <c:pt idx="175">
                  <c:v>19.75</c:v>
                </c:pt>
                <c:pt idx="176">
                  <c:v>20</c:v>
                </c:pt>
                <c:pt idx="177">
                  <c:v>20.25</c:v>
                </c:pt>
                <c:pt idx="178">
                  <c:v>20.5</c:v>
                </c:pt>
                <c:pt idx="179">
                  <c:v>20.75</c:v>
                </c:pt>
                <c:pt idx="180">
                  <c:v>21</c:v>
                </c:pt>
                <c:pt idx="181">
                  <c:v>21.25</c:v>
                </c:pt>
                <c:pt idx="182">
                  <c:v>21.5</c:v>
                </c:pt>
                <c:pt idx="183">
                  <c:v>21.75</c:v>
                </c:pt>
                <c:pt idx="184">
                  <c:v>22</c:v>
                </c:pt>
                <c:pt idx="185">
                  <c:v>22.25</c:v>
                </c:pt>
                <c:pt idx="186">
                  <c:v>22.5</c:v>
                </c:pt>
                <c:pt idx="187">
                  <c:v>22.75</c:v>
                </c:pt>
                <c:pt idx="188">
                  <c:v>23</c:v>
                </c:pt>
                <c:pt idx="189">
                  <c:v>23.25</c:v>
                </c:pt>
                <c:pt idx="190">
                  <c:v>23.5</c:v>
                </c:pt>
                <c:pt idx="191">
                  <c:v>23.75</c:v>
                </c:pt>
              </c:numCache>
            </c:numRef>
          </c:xVal>
          <c:yVal>
            <c:numRef>
              <c:f>'Chart Data'!$B$2:$B$193</c:f>
              <c:numCache>
                <c:formatCode>General</c:formatCode>
                <c:ptCount val="192"/>
                <c:pt idx="0">
                  <c:v>4.07541</c:v>
                </c:pt>
                <c:pt idx="1">
                  <c:v>4.07541</c:v>
                </c:pt>
                <c:pt idx="2">
                  <c:v>4.07541</c:v>
                </c:pt>
                <c:pt idx="3">
                  <c:v>4.07541</c:v>
                </c:pt>
                <c:pt idx="4">
                  <c:v>4.07541</c:v>
                </c:pt>
                <c:pt idx="5">
                  <c:v>4.07541</c:v>
                </c:pt>
                <c:pt idx="6">
                  <c:v>4.07541</c:v>
                </c:pt>
                <c:pt idx="7">
                  <c:v>4.07541</c:v>
                </c:pt>
                <c:pt idx="8">
                  <c:v>4.07541</c:v>
                </c:pt>
                <c:pt idx="9">
                  <c:v>4.07541</c:v>
                </c:pt>
                <c:pt idx="10">
                  <c:v>4.07541</c:v>
                </c:pt>
                <c:pt idx="11">
                  <c:v>4.07541</c:v>
                </c:pt>
                <c:pt idx="12">
                  <c:v>4.07541</c:v>
                </c:pt>
                <c:pt idx="13">
                  <c:v>4.07541</c:v>
                </c:pt>
                <c:pt idx="14">
                  <c:v>4.07541</c:v>
                </c:pt>
                <c:pt idx="15">
                  <c:v>4.07541</c:v>
                </c:pt>
                <c:pt idx="16">
                  <c:v>4.07541</c:v>
                </c:pt>
                <c:pt idx="17">
                  <c:v>4.07541</c:v>
                </c:pt>
                <c:pt idx="18">
                  <c:v>4.07541</c:v>
                </c:pt>
                <c:pt idx="19">
                  <c:v>4.07541</c:v>
                </c:pt>
                <c:pt idx="20">
                  <c:v>4.07541</c:v>
                </c:pt>
                <c:pt idx="21">
                  <c:v>4.07541</c:v>
                </c:pt>
                <c:pt idx="22">
                  <c:v>4.07541</c:v>
                </c:pt>
                <c:pt idx="23">
                  <c:v>4.07541</c:v>
                </c:pt>
                <c:pt idx="24">
                  <c:v>4.07541</c:v>
                </c:pt>
                <c:pt idx="25">
                  <c:v>4.07541</c:v>
                </c:pt>
                <c:pt idx="26">
                  <c:v>4.07541</c:v>
                </c:pt>
                <c:pt idx="27">
                  <c:v>4.07541</c:v>
                </c:pt>
                <c:pt idx="28">
                  <c:v>4.07541</c:v>
                </c:pt>
                <c:pt idx="29">
                  <c:v>4.07541</c:v>
                </c:pt>
                <c:pt idx="30">
                  <c:v>4.07541</c:v>
                </c:pt>
                <c:pt idx="31">
                  <c:v>4.07541</c:v>
                </c:pt>
                <c:pt idx="32">
                  <c:v>4.07541</c:v>
                </c:pt>
                <c:pt idx="33">
                  <c:v>4.07541</c:v>
                </c:pt>
                <c:pt idx="34">
                  <c:v>4.07541</c:v>
                </c:pt>
                <c:pt idx="35">
                  <c:v>4.07541</c:v>
                </c:pt>
                <c:pt idx="36">
                  <c:v>4.07541</c:v>
                </c:pt>
                <c:pt idx="37">
                  <c:v>4.07541</c:v>
                </c:pt>
                <c:pt idx="38">
                  <c:v>4.07541</c:v>
                </c:pt>
                <c:pt idx="39">
                  <c:v>4.07541</c:v>
                </c:pt>
                <c:pt idx="40">
                  <c:v>4.07541</c:v>
                </c:pt>
                <c:pt idx="41">
                  <c:v>4.07541</c:v>
                </c:pt>
                <c:pt idx="42">
                  <c:v>4.07541</c:v>
                </c:pt>
                <c:pt idx="43">
                  <c:v>4.07541</c:v>
                </c:pt>
                <c:pt idx="44">
                  <c:v>4.07541</c:v>
                </c:pt>
                <c:pt idx="45">
                  <c:v>4.07541</c:v>
                </c:pt>
                <c:pt idx="46">
                  <c:v>4.07541</c:v>
                </c:pt>
                <c:pt idx="47">
                  <c:v>4.07541</c:v>
                </c:pt>
                <c:pt idx="48">
                  <c:v>4.07541</c:v>
                </c:pt>
                <c:pt idx="49">
                  <c:v>4.07541</c:v>
                </c:pt>
                <c:pt idx="50">
                  <c:v>4.07541</c:v>
                </c:pt>
                <c:pt idx="51">
                  <c:v>4.07541</c:v>
                </c:pt>
                <c:pt idx="52">
                  <c:v>4.07541</c:v>
                </c:pt>
                <c:pt idx="53">
                  <c:v>4.07541</c:v>
                </c:pt>
                <c:pt idx="54">
                  <c:v>4.07541</c:v>
                </c:pt>
                <c:pt idx="55">
                  <c:v>4.07541</c:v>
                </c:pt>
                <c:pt idx="56">
                  <c:v>4.07541</c:v>
                </c:pt>
                <c:pt idx="57">
                  <c:v>4.07541</c:v>
                </c:pt>
                <c:pt idx="58">
                  <c:v>4.07541</c:v>
                </c:pt>
                <c:pt idx="59">
                  <c:v>4.07541</c:v>
                </c:pt>
                <c:pt idx="60">
                  <c:v>4.07541</c:v>
                </c:pt>
                <c:pt idx="61">
                  <c:v>4.07541</c:v>
                </c:pt>
                <c:pt idx="62">
                  <c:v>4.07541</c:v>
                </c:pt>
                <c:pt idx="63">
                  <c:v>4.07541</c:v>
                </c:pt>
                <c:pt idx="64">
                  <c:v>4.07541</c:v>
                </c:pt>
                <c:pt idx="65">
                  <c:v>4.07541</c:v>
                </c:pt>
                <c:pt idx="66">
                  <c:v>4.07541</c:v>
                </c:pt>
                <c:pt idx="67">
                  <c:v>4.07541</c:v>
                </c:pt>
                <c:pt idx="68">
                  <c:v>4.07541</c:v>
                </c:pt>
                <c:pt idx="69">
                  <c:v>4.07541</c:v>
                </c:pt>
                <c:pt idx="70">
                  <c:v>4.07541</c:v>
                </c:pt>
                <c:pt idx="71">
                  <c:v>4.07541</c:v>
                </c:pt>
                <c:pt idx="72">
                  <c:v>4.21675</c:v>
                </c:pt>
                <c:pt idx="73">
                  <c:v>4.35142333333</c:v>
                </c:pt>
                <c:pt idx="74">
                  <c:v>4.36634666667</c:v>
                </c:pt>
                <c:pt idx="75">
                  <c:v>3.96173333333</c:v>
                </c:pt>
                <c:pt idx="76">
                  <c:v>4.13506333333</c:v>
                </c:pt>
                <c:pt idx="77">
                  <c:v>4.20775333333</c:v>
                </c:pt>
                <c:pt idx="78">
                  <c:v>4.01872666667</c:v>
                </c:pt>
                <c:pt idx="79">
                  <c:v>4.03461666667</c:v>
                </c:pt>
                <c:pt idx="80">
                  <c:v>4.29057</c:v>
                </c:pt>
                <c:pt idx="81">
                  <c:v>4.2182</c:v>
                </c:pt>
                <c:pt idx="82">
                  <c:v>3.88796</c:v>
                </c:pt>
                <c:pt idx="83">
                  <c:v>4.16262333333</c:v>
                </c:pt>
                <c:pt idx="84">
                  <c:v>4.15101666667</c:v>
                </c:pt>
                <c:pt idx="85">
                  <c:v>4.07716</c:v>
                </c:pt>
                <c:pt idx="86">
                  <c:v>4.25781</c:v>
                </c:pt>
                <c:pt idx="87">
                  <c:v>4.2511</c:v>
                </c:pt>
                <c:pt idx="88">
                  <c:v>4.03632666667</c:v>
                </c:pt>
                <c:pt idx="89">
                  <c:v>3.94538</c:v>
                </c:pt>
                <c:pt idx="90">
                  <c:v>5.19272666667</c:v>
                </c:pt>
                <c:pt idx="91">
                  <c:v>4.42298666667</c:v>
                </c:pt>
                <c:pt idx="92">
                  <c:v>4.05869333333</c:v>
                </c:pt>
                <c:pt idx="93">
                  <c:v>4.24629333333</c:v>
                </c:pt>
                <c:pt idx="94">
                  <c:v>4.22376666667</c:v>
                </c:pt>
                <c:pt idx="95">
                  <c:v>3.97714666667</c:v>
                </c:pt>
                <c:pt idx="96">
                  <c:v>24.9065766667</c:v>
                </c:pt>
                <c:pt idx="97">
                  <c:v>27.9814966667</c:v>
                </c:pt>
                <c:pt idx="98">
                  <c:v>23.89168</c:v>
                </c:pt>
                <c:pt idx="99">
                  <c:v>19.9914733333</c:v>
                </c:pt>
                <c:pt idx="100">
                  <c:v>20.74621</c:v>
                </c:pt>
                <c:pt idx="101">
                  <c:v>21.4897266667</c:v>
                </c:pt>
                <c:pt idx="102">
                  <c:v>19.1351366667</c:v>
                </c:pt>
                <c:pt idx="103">
                  <c:v>20.2234033333</c:v>
                </c:pt>
                <c:pt idx="104">
                  <c:v>20.67204</c:v>
                </c:pt>
                <c:pt idx="105">
                  <c:v>16.6409366667</c:v>
                </c:pt>
                <c:pt idx="106">
                  <c:v>14.46108</c:v>
                </c:pt>
                <c:pt idx="107">
                  <c:v>14.8930833333</c:v>
                </c:pt>
                <c:pt idx="108">
                  <c:v>15.5328633333</c:v>
                </c:pt>
                <c:pt idx="109">
                  <c:v>13.0186566667</c:v>
                </c:pt>
                <c:pt idx="110">
                  <c:v>8.88536</c:v>
                </c:pt>
                <c:pt idx="111">
                  <c:v>4.94028666667</c:v>
                </c:pt>
                <c:pt idx="112">
                  <c:v>1.56984333333</c:v>
                </c:pt>
                <c:pt idx="113">
                  <c:v>7.73962333333</c:v>
                </c:pt>
                <c:pt idx="114">
                  <c:v>7.01351</c:v>
                </c:pt>
                <c:pt idx="115">
                  <c:v>8.75823</c:v>
                </c:pt>
                <c:pt idx="116">
                  <c:v>6.62529333333</c:v>
                </c:pt>
                <c:pt idx="117">
                  <c:v>7.77191</c:v>
                </c:pt>
                <c:pt idx="118">
                  <c:v>7.30851</c:v>
                </c:pt>
                <c:pt idx="119">
                  <c:v>10.1333366667</c:v>
                </c:pt>
                <c:pt idx="120">
                  <c:v>13.87611</c:v>
                </c:pt>
                <c:pt idx="121">
                  <c:v>8.99276666667</c:v>
                </c:pt>
                <c:pt idx="122">
                  <c:v>13.10914</c:v>
                </c:pt>
                <c:pt idx="123">
                  <c:v>12.2651133333</c:v>
                </c:pt>
                <c:pt idx="124">
                  <c:v>15.0020266667</c:v>
                </c:pt>
                <c:pt idx="125">
                  <c:v>14.2108533333</c:v>
                </c:pt>
                <c:pt idx="126">
                  <c:v>17.3836566667</c:v>
                </c:pt>
                <c:pt idx="127">
                  <c:v>15.8009966667</c:v>
                </c:pt>
                <c:pt idx="128">
                  <c:v>13.00667</c:v>
                </c:pt>
                <c:pt idx="129">
                  <c:v>15.8301933333</c:v>
                </c:pt>
                <c:pt idx="130">
                  <c:v>18.3182933333</c:v>
                </c:pt>
                <c:pt idx="131">
                  <c:v>15.74509</c:v>
                </c:pt>
                <c:pt idx="132">
                  <c:v>16.6674766667</c:v>
                </c:pt>
                <c:pt idx="133">
                  <c:v>21.26451</c:v>
                </c:pt>
                <c:pt idx="134">
                  <c:v>19.3025433333</c:v>
                </c:pt>
                <c:pt idx="135">
                  <c:v>19.8454633333</c:v>
                </c:pt>
                <c:pt idx="136">
                  <c:v>17.89342</c:v>
                </c:pt>
                <c:pt idx="137">
                  <c:v>18.5378366667</c:v>
                </c:pt>
                <c:pt idx="138">
                  <c:v>20.5460133333</c:v>
                </c:pt>
                <c:pt idx="139">
                  <c:v>20.32031</c:v>
                </c:pt>
                <c:pt idx="140">
                  <c:v>18.82905</c:v>
                </c:pt>
                <c:pt idx="141">
                  <c:v>16.97361</c:v>
                </c:pt>
                <c:pt idx="142">
                  <c:v>18.2208133333</c:v>
                </c:pt>
                <c:pt idx="143">
                  <c:v>17.0723766667</c:v>
                </c:pt>
                <c:pt idx="144">
                  <c:v>6.04945</c:v>
                </c:pt>
                <c:pt idx="145">
                  <c:v>5.8608</c:v>
                </c:pt>
                <c:pt idx="146">
                  <c:v>5.58956333333</c:v>
                </c:pt>
                <c:pt idx="147">
                  <c:v>5.81689</c:v>
                </c:pt>
                <c:pt idx="148">
                  <c:v>5.80465</c:v>
                </c:pt>
                <c:pt idx="149">
                  <c:v>6.14604</c:v>
                </c:pt>
                <c:pt idx="150">
                  <c:v>7.06120333333</c:v>
                </c:pt>
                <c:pt idx="151">
                  <c:v>6.99721333333</c:v>
                </c:pt>
                <c:pt idx="152">
                  <c:v>4.85386333333</c:v>
                </c:pt>
                <c:pt idx="153">
                  <c:v>4.19067</c:v>
                </c:pt>
                <c:pt idx="154">
                  <c:v>3.88207</c:v>
                </c:pt>
                <c:pt idx="155">
                  <c:v>4.05404333333</c:v>
                </c:pt>
                <c:pt idx="156">
                  <c:v>4.39634666667</c:v>
                </c:pt>
                <c:pt idx="157">
                  <c:v>4.36175666667</c:v>
                </c:pt>
                <c:pt idx="158">
                  <c:v>4.24488333333</c:v>
                </c:pt>
                <c:pt idx="159">
                  <c:v>4.02209</c:v>
                </c:pt>
                <c:pt idx="160">
                  <c:v>4.25344</c:v>
                </c:pt>
                <c:pt idx="161">
                  <c:v>4.24803</c:v>
                </c:pt>
                <c:pt idx="162">
                  <c:v>4.09689</c:v>
                </c:pt>
                <c:pt idx="163">
                  <c:v>3.96124</c:v>
                </c:pt>
                <c:pt idx="164">
                  <c:v>4.21757</c:v>
                </c:pt>
                <c:pt idx="165">
                  <c:v>4.21865333333</c:v>
                </c:pt>
                <c:pt idx="166">
                  <c:v>4.07849666667</c:v>
                </c:pt>
                <c:pt idx="167">
                  <c:v>3.89358333333</c:v>
                </c:pt>
                <c:pt idx="168">
                  <c:v>4.30326666667</c:v>
                </c:pt>
                <c:pt idx="169">
                  <c:v>4.48817666667</c:v>
                </c:pt>
                <c:pt idx="170">
                  <c:v>4.17724333333</c:v>
                </c:pt>
                <c:pt idx="171">
                  <c:v>4.01469333333</c:v>
                </c:pt>
                <c:pt idx="172">
                  <c:v>4.00113333333</c:v>
                </c:pt>
                <c:pt idx="173">
                  <c:v>4.26715</c:v>
                </c:pt>
                <c:pt idx="174">
                  <c:v>4.32174333333</c:v>
                </c:pt>
                <c:pt idx="175">
                  <c:v>4.27649666667</c:v>
                </c:pt>
                <c:pt idx="176">
                  <c:v>4.05984</c:v>
                </c:pt>
                <c:pt idx="177">
                  <c:v>4.12915333333</c:v>
                </c:pt>
                <c:pt idx="178">
                  <c:v>4.28190333333</c:v>
                </c:pt>
                <c:pt idx="179">
                  <c:v>4.22082333333</c:v>
                </c:pt>
                <c:pt idx="180">
                  <c:v>3.94187666667</c:v>
                </c:pt>
                <c:pt idx="181">
                  <c:v>4.17076</c:v>
                </c:pt>
                <c:pt idx="182">
                  <c:v>4.30299</c:v>
                </c:pt>
                <c:pt idx="183">
                  <c:v>4.24536</c:v>
                </c:pt>
                <c:pt idx="184">
                  <c:v>3.95336666667</c:v>
                </c:pt>
                <c:pt idx="185">
                  <c:v>4.12603666667</c:v>
                </c:pt>
                <c:pt idx="186">
                  <c:v>5.21584333333</c:v>
                </c:pt>
                <c:pt idx="187">
                  <c:v>4.20764</c:v>
                </c:pt>
                <c:pt idx="188">
                  <c:v>4.15913333333</c:v>
                </c:pt>
                <c:pt idx="189">
                  <c:v>4.02593666667</c:v>
                </c:pt>
                <c:pt idx="190">
                  <c:v>4.23309333333</c:v>
                </c:pt>
                <c:pt idx="191">
                  <c:v>4.25697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scaling>
        <c:delete val="0"/>
        <c:axPos val="l"/>
        <c:majorGridlines>
          <c:spPr>
            <a:ln xmlns:a="http://schemas.openxmlformats.org/drawingml/2006/main" w="9525">
              <a:solidFill>
                <a:srgbClr val="E6EEF2"/>
              </a:solidFill>
            </a:ln>
          </c:spPr>
        </c:majorGridlines>
        <c:title>
          <c:tx>
            <c:rich>
              <a:bodyPr xmlns:a="http://schemas.openxmlformats.org/drawingml/2006/main"/>
              <a:lstStyle xmlns:a="http://schemas.openxmlformats.org/drawingml/2006/main"/>
              <a:p xmlns:a="http://schemas.openxmlformats.org/drawingml/2006/main">
                <a:r>
                  <a:rPr sz="1425">
                    <a:solidFill>
                      <a:srgbClr val="233B4D"/>
                    </a:solidFill>
                    <a:latin typeface="Arial"/>
                    <a:ea typeface="Arial"/>
                    <a:cs typeface="Arial"/>
                  </a:rPr>
                  <a:t>kW</a:t>
                </a:r>
              </a:p>
            </c:rich>
          </c:tx>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37786"/>
                </a:solidFill>
                <a:latin typeface="Arial"/>
                <a:ea typeface="Arial"/>
                <a:cs typeface="Arial"/>
              </a:defRPr>
            </a:pPr>
          </a:p>
        </c:txPr>
        <c:crossAx val="48650112"/>
      </c:valAx>
      <c:valAx>
        <c:axId val="48650112"/>
        <c:scaling>
          <c:orientation val="minMax"/>
          <c:max val="24"/>
          <c:min val="-24"/>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37786"/>
                </a:solidFill>
                <a:latin typeface="Arial"/>
                <a:ea typeface="Arial"/>
                <a:cs typeface="Arial"/>
              </a:defRPr>
            </a:pPr>
          </a:p>
        </c:txPr>
        <c:crossAx val="48672768"/>
        <c:majorUnit val="6"/>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legend>
    <c:plotVisOnly val="1"/>
    <c:dispBlanksAs val="gap"/>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LSTM AE</c:v>
          </c:tx>
          <c:spPr>
            <a:ln xmlns:a="http://schemas.openxmlformats.org/drawingml/2006/main" w="19050">
              <a:solidFill>
                <a:srgbClr val="477EBA"/>
              </a:solidFill>
            </a:ln>
          </c:spPr>
          <c:marker>
            <c:symbol val="none"/>
          </c:marker>
          <c:xVal>
            <c:numRef>
              <c:f>'Chart Data'!$A$2:$A$193</c:f>
              <c:numCache>
                <c:formatCode>0.00</c:formatCode>
                <c:ptCount val="192"/>
                <c:pt idx="0">
                  <c:v>-24</c:v>
                </c:pt>
                <c:pt idx="1">
                  <c:v>-23.75</c:v>
                </c:pt>
                <c:pt idx="2">
                  <c:v>-23.5</c:v>
                </c:pt>
                <c:pt idx="3">
                  <c:v>-23.25</c:v>
                </c:pt>
                <c:pt idx="4">
                  <c:v>-23</c:v>
                </c:pt>
                <c:pt idx="5">
                  <c:v>-22.75</c:v>
                </c:pt>
                <c:pt idx="6">
                  <c:v>-22.5</c:v>
                </c:pt>
                <c:pt idx="7">
                  <c:v>-22.25</c:v>
                </c:pt>
                <c:pt idx="8">
                  <c:v>-22</c:v>
                </c:pt>
                <c:pt idx="9">
                  <c:v>-21.75</c:v>
                </c:pt>
                <c:pt idx="10">
                  <c:v>-21.5</c:v>
                </c:pt>
                <c:pt idx="11">
                  <c:v>-21.25</c:v>
                </c:pt>
                <c:pt idx="12">
                  <c:v>-21</c:v>
                </c:pt>
                <c:pt idx="13">
                  <c:v>-20.75</c:v>
                </c:pt>
                <c:pt idx="14">
                  <c:v>-20.5</c:v>
                </c:pt>
                <c:pt idx="15">
                  <c:v>-20.25</c:v>
                </c:pt>
                <c:pt idx="16">
                  <c:v>-20</c:v>
                </c:pt>
                <c:pt idx="17">
                  <c:v>-19.75</c:v>
                </c:pt>
                <c:pt idx="18">
                  <c:v>-19.5</c:v>
                </c:pt>
                <c:pt idx="19">
                  <c:v>-19.25</c:v>
                </c:pt>
                <c:pt idx="20">
                  <c:v>-19</c:v>
                </c:pt>
                <c:pt idx="21">
                  <c:v>-18.75</c:v>
                </c:pt>
                <c:pt idx="22">
                  <c:v>-18.5</c:v>
                </c:pt>
                <c:pt idx="23">
                  <c:v>-18.25</c:v>
                </c:pt>
                <c:pt idx="24">
                  <c:v>-18</c:v>
                </c:pt>
                <c:pt idx="25">
                  <c:v>-17.75</c:v>
                </c:pt>
                <c:pt idx="26">
                  <c:v>-17.5</c:v>
                </c:pt>
                <c:pt idx="27">
                  <c:v>-17.25</c:v>
                </c:pt>
                <c:pt idx="28">
                  <c:v>-17</c:v>
                </c:pt>
                <c:pt idx="29">
                  <c:v>-16.75</c:v>
                </c:pt>
                <c:pt idx="30">
                  <c:v>-16.5</c:v>
                </c:pt>
                <c:pt idx="31">
                  <c:v>-16.25</c:v>
                </c:pt>
                <c:pt idx="32">
                  <c:v>-16</c:v>
                </c:pt>
                <c:pt idx="33">
                  <c:v>-15.75</c:v>
                </c:pt>
                <c:pt idx="34">
                  <c:v>-15.5</c:v>
                </c:pt>
                <c:pt idx="35">
                  <c:v>-15.25</c:v>
                </c:pt>
                <c:pt idx="36">
                  <c:v>-15</c:v>
                </c:pt>
                <c:pt idx="37">
                  <c:v>-14.75</c:v>
                </c:pt>
                <c:pt idx="38">
                  <c:v>-14.5</c:v>
                </c:pt>
                <c:pt idx="39">
                  <c:v>-14.25</c:v>
                </c:pt>
                <c:pt idx="40">
                  <c:v>-14</c:v>
                </c:pt>
                <c:pt idx="41">
                  <c:v>-13.75</c:v>
                </c:pt>
                <c:pt idx="42">
                  <c:v>-13.5</c:v>
                </c:pt>
                <c:pt idx="43">
                  <c:v>-13.25</c:v>
                </c:pt>
                <c:pt idx="44">
                  <c:v>-13</c:v>
                </c:pt>
                <c:pt idx="45">
                  <c:v>-12.75</c:v>
                </c:pt>
                <c:pt idx="46">
                  <c:v>-12.5</c:v>
                </c:pt>
                <c:pt idx="47">
                  <c:v>-12.25</c:v>
                </c:pt>
                <c:pt idx="48">
                  <c:v>-12</c:v>
                </c:pt>
                <c:pt idx="49">
                  <c:v>-11.75</c:v>
                </c:pt>
                <c:pt idx="50">
                  <c:v>-11.5</c:v>
                </c:pt>
                <c:pt idx="51">
                  <c:v>-11.25</c:v>
                </c:pt>
                <c:pt idx="52">
                  <c:v>-11</c:v>
                </c:pt>
                <c:pt idx="53">
                  <c:v>-10.75</c:v>
                </c:pt>
                <c:pt idx="54">
                  <c:v>-10.5</c:v>
                </c:pt>
                <c:pt idx="55">
                  <c:v>-10.25</c:v>
                </c:pt>
                <c:pt idx="56">
                  <c:v>-10</c:v>
                </c:pt>
                <c:pt idx="57">
                  <c:v>-9.75</c:v>
                </c:pt>
                <c:pt idx="58">
                  <c:v>-9.5</c:v>
                </c:pt>
                <c:pt idx="59">
                  <c:v>-9.25</c:v>
                </c:pt>
                <c:pt idx="60">
                  <c:v>-9</c:v>
                </c:pt>
                <c:pt idx="61">
                  <c:v>-8.75</c:v>
                </c:pt>
                <c:pt idx="62">
                  <c:v>-8.5</c:v>
                </c:pt>
                <c:pt idx="63">
                  <c:v>-8.25</c:v>
                </c:pt>
                <c:pt idx="64">
                  <c:v>-8</c:v>
                </c:pt>
                <c:pt idx="65">
                  <c:v>-7.75</c:v>
                </c:pt>
                <c:pt idx="66">
                  <c:v>-7.5</c:v>
                </c:pt>
                <c:pt idx="67">
                  <c:v>-7.25</c:v>
                </c:pt>
                <c:pt idx="68">
                  <c:v>-7</c:v>
                </c:pt>
                <c:pt idx="69">
                  <c:v>-6.75</c:v>
                </c:pt>
                <c:pt idx="70">
                  <c:v>-6.5</c:v>
                </c:pt>
                <c:pt idx="71">
                  <c:v>-6.25</c:v>
                </c:pt>
                <c:pt idx="72">
                  <c:v>-6</c:v>
                </c:pt>
                <c:pt idx="73">
                  <c:v>-5.75</c:v>
                </c:pt>
                <c:pt idx="74">
                  <c:v>-5.5</c:v>
                </c:pt>
                <c:pt idx="75">
                  <c:v>-5.25</c:v>
                </c:pt>
                <c:pt idx="76">
                  <c:v>-5</c:v>
                </c:pt>
                <c:pt idx="77">
                  <c:v>-4.75</c:v>
                </c:pt>
                <c:pt idx="78">
                  <c:v>-4.5</c:v>
                </c:pt>
                <c:pt idx="79">
                  <c:v>-4.25</c:v>
                </c:pt>
                <c:pt idx="80">
                  <c:v>-4</c:v>
                </c:pt>
                <c:pt idx="81">
                  <c:v>-3.75</c:v>
                </c:pt>
                <c:pt idx="82">
                  <c:v>-3.5</c:v>
                </c:pt>
                <c:pt idx="83">
                  <c:v>-3.25</c:v>
                </c:pt>
                <c:pt idx="84">
                  <c:v>-3</c:v>
                </c:pt>
                <c:pt idx="85">
                  <c:v>-2.75</c:v>
                </c:pt>
                <c:pt idx="86">
                  <c:v>-2.5</c:v>
                </c:pt>
                <c:pt idx="87">
                  <c:v>-2.25</c:v>
                </c:pt>
                <c:pt idx="88">
                  <c:v>-2</c:v>
                </c:pt>
                <c:pt idx="89">
                  <c:v>-1.75</c:v>
                </c:pt>
                <c:pt idx="90">
                  <c:v>-1.5</c:v>
                </c:pt>
                <c:pt idx="91">
                  <c:v>-1.25</c:v>
                </c:pt>
                <c:pt idx="92">
                  <c:v>-1</c:v>
                </c:pt>
                <c:pt idx="93">
                  <c:v>-0.75</c:v>
                </c:pt>
                <c:pt idx="94">
                  <c:v>-0.5</c:v>
                </c:pt>
                <c:pt idx="95">
                  <c:v>-0.25</c:v>
                </c:pt>
                <c:pt idx="96">
                  <c:v>0</c:v>
                </c:pt>
                <c:pt idx="97">
                  <c:v>0.25</c:v>
                </c:pt>
                <c:pt idx="98">
                  <c:v>0.5</c:v>
                </c:pt>
                <c:pt idx="99">
                  <c:v>0.75</c:v>
                </c:pt>
                <c:pt idx="100">
                  <c:v>1</c:v>
                </c:pt>
                <c:pt idx="101">
                  <c:v>1.25</c:v>
                </c:pt>
                <c:pt idx="102">
                  <c:v>1.5</c:v>
                </c:pt>
                <c:pt idx="103">
                  <c:v>1.75</c:v>
                </c:pt>
                <c:pt idx="104">
                  <c:v>2</c:v>
                </c:pt>
                <c:pt idx="105">
                  <c:v>2.25</c:v>
                </c:pt>
                <c:pt idx="106">
                  <c:v>2.5</c:v>
                </c:pt>
                <c:pt idx="107">
                  <c:v>2.75</c:v>
                </c:pt>
                <c:pt idx="108">
                  <c:v>3</c:v>
                </c:pt>
                <c:pt idx="109">
                  <c:v>3.25</c:v>
                </c:pt>
                <c:pt idx="110">
                  <c:v>3.5</c:v>
                </c:pt>
                <c:pt idx="111">
                  <c:v>3.75</c:v>
                </c:pt>
                <c:pt idx="112">
                  <c:v>4</c:v>
                </c:pt>
                <c:pt idx="113">
                  <c:v>4.25</c:v>
                </c:pt>
                <c:pt idx="114">
                  <c:v>4.5</c:v>
                </c:pt>
                <c:pt idx="115">
                  <c:v>4.75</c:v>
                </c:pt>
                <c:pt idx="116">
                  <c:v>5</c:v>
                </c:pt>
                <c:pt idx="117">
                  <c:v>5.25</c:v>
                </c:pt>
                <c:pt idx="118">
                  <c:v>5.5</c:v>
                </c:pt>
                <c:pt idx="119">
                  <c:v>5.75</c:v>
                </c:pt>
                <c:pt idx="120">
                  <c:v>6</c:v>
                </c:pt>
                <c:pt idx="121">
                  <c:v>6.25</c:v>
                </c:pt>
                <c:pt idx="122">
                  <c:v>6.5</c:v>
                </c:pt>
                <c:pt idx="123">
                  <c:v>6.75</c:v>
                </c:pt>
                <c:pt idx="124">
                  <c:v>7</c:v>
                </c:pt>
                <c:pt idx="125">
                  <c:v>7.25</c:v>
                </c:pt>
                <c:pt idx="126">
                  <c:v>7.5</c:v>
                </c:pt>
                <c:pt idx="127">
                  <c:v>7.75</c:v>
                </c:pt>
                <c:pt idx="128">
                  <c:v>8</c:v>
                </c:pt>
                <c:pt idx="129">
                  <c:v>8.25</c:v>
                </c:pt>
                <c:pt idx="130">
                  <c:v>8.5</c:v>
                </c:pt>
                <c:pt idx="131">
                  <c:v>8.75</c:v>
                </c:pt>
                <c:pt idx="132">
                  <c:v>9</c:v>
                </c:pt>
                <c:pt idx="133">
                  <c:v>9.25</c:v>
                </c:pt>
                <c:pt idx="134">
                  <c:v>9.5</c:v>
                </c:pt>
                <c:pt idx="135">
                  <c:v>9.75</c:v>
                </c:pt>
                <c:pt idx="136">
                  <c:v>10</c:v>
                </c:pt>
                <c:pt idx="137">
                  <c:v>10.25</c:v>
                </c:pt>
                <c:pt idx="138">
                  <c:v>10.5</c:v>
                </c:pt>
                <c:pt idx="139">
                  <c:v>10.75</c:v>
                </c:pt>
                <c:pt idx="140">
                  <c:v>11</c:v>
                </c:pt>
                <c:pt idx="141">
                  <c:v>11.25</c:v>
                </c:pt>
                <c:pt idx="142">
                  <c:v>11.5</c:v>
                </c:pt>
                <c:pt idx="143">
                  <c:v>11.75</c:v>
                </c:pt>
                <c:pt idx="144">
                  <c:v>12</c:v>
                </c:pt>
                <c:pt idx="145">
                  <c:v>12.25</c:v>
                </c:pt>
                <c:pt idx="146">
                  <c:v>12.5</c:v>
                </c:pt>
                <c:pt idx="147">
                  <c:v>12.75</c:v>
                </c:pt>
                <c:pt idx="148">
                  <c:v>13</c:v>
                </c:pt>
                <c:pt idx="149">
                  <c:v>13.25</c:v>
                </c:pt>
                <c:pt idx="150">
                  <c:v>13.5</c:v>
                </c:pt>
                <c:pt idx="151">
                  <c:v>13.75</c:v>
                </c:pt>
                <c:pt idx="152">
                  <c:v>14</c:v>
                </c:pt>
                <c:pt idx="153">
                  <c:v>14.25</c:v>
                </c:pt>
                <c:pt idx="154">
                  <c:v>14.5</c:v>
                </c:pt>
                <c:pt idx="155">
                  <c:v>14.75</c:v>
                </c:pt>
                <c:pt idx="156">
                  <c:v>15</c:v>
                </c:pt>
                <c:pt idx="157">
                  <c:v>15.25</c:v>
                </c:pt>
                <c:pt idx="158">
                  <c:v>15.5</c:v>
                </c:pt>
                <c:pt idx="159">
                  <c:v>15.75</c:v>
                </c:pt>
                <c:pt idx="160">
                  <c:v>16</c:v>
                </c:pt>
                <c:pt idx="161">
                  <c:v>16.25</c:v>
                </c:pt>
                <c:pt idx="162">
                  <c:v>16.5</c:v>
                </c:pt>
                <c:pt idx="163">
                  <c:v>16.75</c:v>
                </c:pt>
                <c:pt idx="164">
                  <c:v>17</c:v>
                </c:pt>
                <c:pt idx="165">
                  <c:v>17.25</c:v>
                </c:pt>
                <c:pt idx="166">
                  <c:v>17.5</c:v>
                </c:pt>
                <c:pt idx="167">
                  <c:v>17.75</c:v>
                </c:pt>
                <c:pt idx="168">
                  <c:v>18</c:v>
                </c:pt>
                <c:pt idx="169">
                  <c:v>18.25</c:v>
                </c:pt>
                <c:pt idx="170">
                  <c:v>18.5</c:v>
                </c:pt>
                <c:pt idx="171">
                  <c:v>18.75</c:v>
                </c:pt>
                <c:pt idx="172">
                  <c:v>19</c:v>
                </c:pt>
                <c:pt idx="173">
                  <c:v>19.25</c:v>
                </c:pt>
                <c:pt idx="174">
                  <c:v>19.5</c:v>
                </c:pt>
                <c:pt idx="175">
                  <c:v>19.75</c:v>
                </c:pt>
                <c:pt idx="176">
                  <c:v>20</c:v>
                </c:pt>
                <c:pt idx="177">
                  <c:v>20.25</c:v>
                </c:pt>
                <c:pt idx="178">
                  <c:v>20.5</c:v>
                </c:pt>
                <c:pt idx="179">
                  <c:v>20.75</c:v>
                </c:pt>
                <c:pt idx="180">
                  <c:v>21</c:v>
                </c:pt>
                <c:pt idx="181">
                  <c:v>21.25</c:v>
                </c:pt>
                <c:pt idx="182">
                  <c:v>21.5</c:v>
                </c:pt>
                <c:pt idx="183">
                  <c:v>21.75</c:v>
                </c:pt>
                <c:pt idx="184">
                  <c:v>22</c:v>
                </c:pt>
                <c:pt idx="185">
                  <c:v>22.25</c:v>
                </c:pt>
                <c:pt idx="186">
                  <c:v>22.5</c:v>
                </c:pt>
                <c:pt idx="187">
                  <c:v>22.75</c:v>
                </c:pt>
                <c:pt idx="188">
                  <c:v>23</c:v>
                </c:pt>
                <c:pt idx="189">
                  <c:v>23.25</c:v>
                </c:pt>
                <c:pt idx="190">
                  <c:v>23.5</c:v>
                </c:pt>
                <c:pt idx="191">
                  <c:v>23.75</c:v>
                </c:pt>
              </c:numCache>
            </c:numRef>
          </c:xVal>
          <c:yVal>
            <c:numRef>
              <c:f>'Chart Data'!$B$2:$B$193</c:f>
              <c:numCache>
                <c:formatCode>General</c:formatCode>
                <c:ptCount val="192"/>
                <c:pt idx="0">
                  <c:v>0.971552398659</c:v>
                </c:pt>
                <c:pt idx="1">
                  <c:v>0.96804054625</c:v>
                </c:pt>
                <c:pt idx="2">
                  <c:v>0.965782360326</c:v>
                </c:pt>
                <c:pt idx="3">
                  <c:v>0.954667292989</c:v>
                </c:pt>
                <c:pt idx="4">
                  <c:v>0.945667860549</c:v>
                </c:pt>
                <c:pt idx="5">
                  <c:v>0.938832390766</c:v>
                </c:pt>
                <c:pt idx="6">
                  <c:v>0.931168475327</c:v>
                </c:pt>
                <c:pt idx="7">
                  <c:v>0.914238214398</c:v>
                </c:pt>
                <c:pt idx="8">
                  <c:v>0.905828232569</c:v>
                </c:pt>
                <c:pt idx="9">
                  <c:v>0.896283976027</c:v>
                </c:pt>
                <c:pt idx="10">
                  <c:v>0.892349758039</c:v>
                </c:pt>
                <c:pt idx="11">
                  <c:v>0.888442506305</c:v>
                </c:pt>
                <c:pt idx="12">
                  <c:v>0.886182522631</c:v>
                </c:pt>
                <c:pt idx="13">
                  <c:v>0.893310602719</c:v>
                </c:pt>
                <c:pt idx="14">
                  <c:v>0.894829067254</c:v>
                </c:pt>
                <c:pt idx="15">
                  <c:v>0.908681156605</c:v>
                </c:pt>
                <c:pt idx="16">
                  <c:v>0.909637348284</c:v>
                </c:pt>
                <c:pt idx="17">
                  <c:v>0.915748007432</c:v>
                </c:pt>
                <c:pt idx="18">
                  <c:v>0.919674188419</c:v>
                </c:pt>
                <c:pt idx="19">
                  <c:v>0.921299143224</c:v>
                </c:pt>
                <c:pt idx="20">
                  <c:v>0.917028534422</c:v>
                </c:pt>
                <c:pt idx="21">
                  <c:v>0.906351060667</c:v>
                </c:pt>
                <c:pt idx="22">
                  <c:v>0.880270039021</c:v>
                </c:pt>
                <c:pt idx="23">
                  <c:v>0.865062657416</c:v>
                </c:pt>
                <c:pt idx="24">
                  <c:v>0.840461078547</c:v>
                </c:pt>
                <c:pt idx="25">
                  <c:v>0.820360855023</c:v>
                </c:pt>
                <c:pt idx="26">
                  <c:v>0.808752146593</c:v>
                </c:pt>
                <c:pt idx="27">
                  <c:v>0.802125321599</c:v>
                </c:pt>
                <c:pt idx="28">
                  <c:v>0.800223195992</c:v>
                </c:pt>
                <c:pt idx="29">
                  <c:v>0.804870592114</c:v>
                </c:pt>
                <c:pt idx="30">
                  <c:v>0.806956511256</c:v>
                </c:pt>
                <c:pt idx="31">
                  <c:v>0.81049004242</c:v>
                </c:pt>
                <c:pt idx="32">
                  <c:v>0.81731038995</c:v>
                </c:pt>
                <c:pt idx="33">
                  <c:v>0.820856082366</c:v>
                </c:pt>
                <c:pt idx="34">
                  <c:v>0.823018035772</c:v>
                </c:pt>
                <c:pt idx="35">
                  <c:v>0.826264984381</c:v>
                </c:pt>
                <c:pt idx="36">
                  <c:v>0.830105190602</c:v>
                </c:pt>
                <c:pt idx="37">
                  <c:v>0.828383157279</c:v>
                </c:pt>
                <c:pt idx="38">
                  <c:v>0.819834642924</c:v>
                </c:pt>
                <c:pt idx="39">
                  <c:v>0.807689147394</c:v>
                </c:pt>
                <c:pt idx="40">
                  <c:v>0.803526192112</c:v>
                </c:pt>
                <c:pt idx="41">
                  <c:v>0.795282343564</c:v>
                </c:pt>
                <c:pt idx="42">
                  <c:v>0.779258889056</c:v>
                </c:pt>
                <c:pt idx="43">
                  <c:v>0.762961859246</c:v>
                </c:pt>
                <c:pt idx="44">
                  <c:v>0.70055676328</c:v>
                </c:pt>
                <c:pt idx="45">
                  <c:v>0.669711703238</c:v>
                </c:pt>
                <c:pt idx="46">
                  <c:v>0.655731867864</c:v>
                </c:pt>
                <c:pt idx="47">
                  <c:v>0.514797970403</c:v>
                </c:pt>
                <c:pt idx="48">
                  <c:v>0.506513513848</c:v>
                </c:pt>
                <c:pt idx="49">
                  <c:v>0.501587572173</c:v>
                </c:pt>
                <c:pt idx="50">
                  <c:v>0.519161744973</c:v>
                </c:pt>
                <c:pt idx="51">
                  <c:v>0.512433294209</c:v>
                </c:pt>
                <c:pt idx="52">
                  <c:v>0.501988470498</c:v>
                </c:pt>
                <c:pt idx="53">
                  <c:v>0.492513903219</c:v>
                </c:pt>
                <c:pt idx="54">
                  <c:v>0.484895566039</c:v>
                </c:pt>
                <c:pt idx="55">
                  <c:v>0.475273265983</c:v>
                </c:pt>
                <c:pt idx="56">
                  <c:v>0.464272725917</c:v>
                </c:pt>
                <c:pt idx="57">
                  <c:v>0.464272725917</c:v>
                </c:pt>
                <c:pt idx="58">
                  <c:v>0.464272725917</c:v>
                </c:pt>
                <c:pt idx="59">
                  <c:v>0.464272725917</c:v>
                </c:pt>
                <c:pt idx="60">
                  <c:v>0.464272725917</c:v>
                </c:pt>
                <c:pt idx="61">
                  <c:v>0.464272725917</c:v>
                </c:pt>
                <c:pt idx="62">
                  <c:v>0.464272725917</c:v>
                </c:pt>
                <c:pt idx="63">
                  <c:v>0.464272725917</c:v>
                </c:pt>
                <c:pt idx="64">
                  <c:v>0.464272725917</c:v>
                </c:pt>
                <c:pt idx="65">
                  <c:v>0.464272725917</c:v>
                </c:pt>
                <c:pt idx="66">
                  <c:v>0.464272725917</c:v>
                </c:pt>
                <c:pt idx="67">
                  <c:v>0.464272725917</c:v>
                </c:pt>
                <c:pt idx="68">
                  <c:v>0.464272725917</c:v>
                </c:pt>
                <c:pt idx="69">
                  <c:v>0.464272725917</c:v>
                </c:pt>
                <c:pt idx="70">
                  <c:v>0.464272725917</c:v>
                </c:pt>
                <c:pt idx="71">
                  <c:v>0.464272725917</c:v>
                </c:pt>
                <c:pt idx="72">
                  <c:v>0.85874821798</c:v>
                </c:pt>
                <c:pt idx="73">
                  <c:v>0.85454042469</c:v>
                </c:pt>
                <c:pt idx="74">
                  <c:v>0.823628742136</c:v>
                </c:pt>
                <c:pt idx="75">
                  <c:v>0.607382324286</c:v>
                </c:pt>
                <c:pt idx="76">
                  <c:v>0.752487002529</c:v>
                </c:pt>
                <c:pt idx="77">
                  <c:v>0.673101731625</c:v>
                </c:pt>
                <c:pt idx="78">
                  <c:v>0.685790570757</c:v>
                </c:pt>
                <c:pt idx="79">
                  <c:v>0.603161206494</c:v>
                </c:pt>
                <c:pt idx="80">
                  <c:v>0.743655924121</c:v>
                </c:pt>
                <c:pt idx="81">
                  <c:v>0.694991033985</c:v>
                </c:pt>
                <c:pt idx="82">
                  <c:v>0.686565083903</c:v>
                </c:pt>
                <c:pt idx="83">
                  <c:v>0.711945405918</c:v>
                </c:pt>
                <c:pt idx="84">
                  <c:v>0.77853756817</c:v>
                </c:pt>
                <c:pt idx="85">
                  <c:v>0.582078882535</c:v>
                </c:pt>
                <c:pt idx="86">
                  <c:v>0.806834792983</c:v>
                </c:pt>
                <c:pt idx="87">
                  <c:v>0.808793917851</c:v>
                </c:pt>
                <c:pt idx="88">
                  <c:v>0.780797657595</c:v>
                </c:pt>
                <c:pt idx="89">
                  <c:v>0.506627406619</c:v>
                </c:pt>
                <c:pt idx="90">
                  <c:v>0.844934092886</c:v>
                </c:pt>
                <c:pt idx="91">
                  <c:v>0.798735081713</c:v>
                </c:pt>
                <c:pt idx="92">
                  <c:v>0.457138618078</c:v>
                </c:pt>
                <c:pt idx="93">
                  <c:v>0.779200620795</c:v>
                </c:pt>
                <c:pt idx="94">
                  <c:v>0.727414095822</c:v>
                </c:pt>
                <c:pt idx="95">
                  <c:v>0.883467179371</c:v>
                </c:pt>
                <c:pt idx="96">
                  <c:v>0.999971130245</c:v>
                </c:pt>
                <c:pt idx="97">
                  <c:v>0.99978638496</c:v>
                </c:pt>
                <c:pt idx="98">
                  <c:v>0.998032626631</c:v>
                </c:pt>
                <c:pt idx="99">
                  <c:v>0.995656635185</c:v>
                </c:pt>
                <c:pt idx="100">
                  <c:v>0.997852217097</c:v>
                </c:pt>
                <c:pt idx="101">
                  <c:v>0.996234559043</c:v>
                </c:pt>
                <c:pt idx="102">
                  <c:v>0.995404421387</c:v>
                </c:pt>
                <c:pt idx="103">
                  <c:v>0.926967132788</c:v>
                </c:pt>
                <c:pt idx="104">
                  <c:v>0.980108527015</c:v>
                </c:pt>
                <c:pt idx="105">
                  <c:v>0.955249975598</c:v>
                </c:pt>
                <c:pt idx="106">
                  <c:v>0.875320620841</c:v>
                </c:pt>
                <c:pt idx="107">
                  <c:v>0.950277503915</c:v>
                </c:pt>
                <c:pt idx="108">
                  <c:v>0.952196443775</c:v>
                </c:pt>
                <c:pt idx="109">
                  <c:v>0.956234191033</c:v>
                </c:pt>
                <c:pt idx="110">
                  <c:v>0.990781136269</c:v>
                </c:pt>
                <c:pt idx="111">
                  <c:v>0.976061896756</c:v>
                </c:pt>
                <c:pt idx="112">
                  <c:v>0.980287773299</c:v>
                </c:pt>
                <c:pt idx="113">
                  <c:v>0.992316732307</c:v>
                </c:pt>
                <c:pt idx="114">
                  <c:v>0.995148717839</c:v>
                </c:pt>
                <c:pt idx="115">
                  <c:v>0.985333106746</c:v>
                </c:pt>
                <c:pt idx="116">
                  <c:v>0.952812649141</c:v>
                </c:pt>
                <c:pt idx="117">
                  <c:v>0.9472709251</c:v>
                </c:pt>
                <c:pt idx="118">
                  <c:v>0.988413710575</c:v>
                </c:pt>
                <c:pt idx="119">
                  <c:v>0.993312580244</c:v>
                </c:pt>
                <c:pt idx="120">
                  <c:v>0.992445747332</c:v>
                </c:pt>
                <c:pt idx="121">
                  <c:v>0.95366129305</c:v>
                </c:pt>
                <c:pt idx="122">
                  <c:v>0.988787219645</c:v>
                </c:pt>
                <c:pt idx="123">
                  <c:v>0.987851649219</c:v>
                </c:pt>
                <c:pt idx="124">
                  <c:v>0.920472178069</c:v>
                </c:pt>
                <c:pt idx="125">
                  <c:v>0.98838685007</c:v>
                </c:pt>
                <c:pt idx="126">
                  <c:v>0.911467352378</c:v>
                </c:pt>
                <c:pt idx="127">
                  <c:v>0.961376708748</c:v>
                </c:pt>
                <c:pt idx="128">
                  <c:v>0.932705128865</c:v>
                </c:pt>
                <c:pt idx="129">
                  <c:v>0.93912288607</c:v>
                </c:pt>
                <c:pt idx="130">
                  <c:v>0.981402907258</c:v>
                </c:pt>
                <c:pt idx="131">
                  <c:v>0.998283148428</c:v>
                </c:pt>
                <c:pt idx="132">
                  <c:v>0.994483761714</c:v>
                </c:pt>
                <c:pt idx="133">
                  <c:v>0.992539759099</c:v>
                </c:pt>
                <c:pt idx="134">
                  <c:v>0.977972270864</c:v>
                </c:pt>
                <c:pt idx="135">
                  <c:v>0.997567643793</c:v>
                </c:pt>
                <c:pt idx="136">
                  <c:v>0.991964690491</c:v>
                </c:pt>
                <c:pt idx="137">
                  <c:v>0.995492193904</c:v>
                </c:pt>
                <c:pt idx="138">
                  <c:v>0.971669569681</c:v>
                </c:pt>
                <c:pt idx="139">
                  <c:v>0.966888928533</c:v>
                </c:pt>
                <c:pt idx="140">
                  <c:v>0.973173229213</c:v>
                </c:pt>
                <c:pt idx="141">
                  <c:v>0.99371675682</c:v>
                </c:pt>
                <c:pt idx="142">
                  <c:v>0.994360880191</c:v>
                </c:pt>
                <c:pt idx="143">
                  <c:v>0.990804507024</c:v>
                </c:pt>
                <c:pt idx="144">
                  <c:v>0.998273842426</c:v>
                </c:pt>
                <c:pt idx="145">
                  <c:v>0.99643389783</c:v>
                </c:pt>
                <c:pt idx="146">
                  <c:v>0.993645481307</c:v>
                </c:pt>
                <c:pt idx="147">
                  <c:v>0.991848153969</c:v>
                </c:pt>
                <c:pt idx="148">
                  <c:v>0.98577651658</c:v>
                </c:pt>
                <c:pt idx="149">
                  <c:v>0.952989991924</c:v>
                </c:pt>
                <c:pt idx="150">
                  <c:v>0.940288568539</c:v>
                </c:pt>
                <c:pt idx="151">
                  <c:v>0.928564909838</c:v>
                </c:pt>
                <c:pt idx="152">
                  <c:v>0.818339866393</c:v>
                </c:pt>
                <c:pt idx="153">
                  <c:v>0.471824017585</c:v>
                </c:pt>
                <c:pt idx="154">
                  <c:v>0.795504841606</c:v>
                </c:pt>
                <c:pt idx="155">
                  <c:v>0.785481325974</c:v>
                </c:pt>
                <c:pt idx="156">
                  <c:v>0.627906182389</c:v>
                </c:pt>
                <c:pt idx="157">
                  <c:v>0.63462173165</c:v>
                </c:pt>
                <c:pt idx="158">
                  <c:v>0.705698011995</c:v>
                </c:pt>
                <c:pt idx="159">
                  <c:v>0.673912411277</c:v>
                </c:pt>
                <c:pt idx="160">
                  <c:v>0.684734762559</c:v>
                </c:pt>
                <c:pt idx="161">
                  <c:v>0.696903840344</c:v>
                </c:pt>
                <c:pt idx="162">
                  <c:v>0.764247144987</c:v>
                </c:pt>
                <c:pt idx="163">
                  <c:v>0.781767808277</c:v>
                </c:pt>
                <c:pt idx="164">
                  <c:v>0.643336590786</c:v>
                </c:pt>
                <c:pt idx="165">
                  <c:v>0.656326605975</c:v>
                </c:pt>
                <c:pt idx="166">
                  <c:v>0.789895543303</c:v>
                </c:pt>
                <c:pt idx="167">
                  <c:v>0.778791050968</c:v>
                </c:pt>
                <c:pt idx="168">
                  <c:v>0.683975054416</c:v>
                </c:pt>
                <c:pt idx="169">
                  <c:v>0.789906752805</c:v>
                </c:pt>
                <c:pt idx="170">
                  <c:v>0.704909222597</c:v>
                </c:pt>
                <c:pt idx="171">
                  <c:v>0.678511691141</c:v>
                </c:pt>
                <c:pt idx="172">
                  <c:v>0.687008282236</c:v>
                </c:pt>
                <c:pt idx="173">
                  <c:v>0.721416694946</c:v>
                </c:pt>
                <c:pt idx="174">
                  <c:v>0.731483145086</c:v>
                </c:pt>
                <c:pt idx="175">
                  <c:v>0.719213393282</c:v>
                </c:pt>
                <c:pt idx="176">
                  <c:v>0.628824727062</c:v>
                </c:pt>
                <c:pt idx="177">
                  <c:v>0.729394053444</c:v>
                </c:pt>
                <c:pt idx="178">
                  <c:v>0.722431366386</c:v>
                </c:pt>
                <c:pt idx="179">
                  <c:v>0.6500670508</c:v>
                </c:pt>
                <c:pt idx="180">
                  <c:v>0.673399523681</c:v>
                </c:pt>
                <c:pt idx="181">
                  <c:v>0.68554057771</c:v>
                </c:pt>
                <c:pt idx="182">
                  <c:v>0.707415603817</c:v>
                </c:pt>
                <c:pt idx="183">
                  <c:v>0.722113376077</c:v>
                </c:pt>
                <c:pt idx="184">
                  <c:v>0.43041082931</c:v>
                </c:pt>
                <c:pt idx="185">
                  <c:v>0.804121353224</c:v>
                </c:pt>
                <c:pt idx="186">
                  <c:v>0.866708233474</c:v>
                </c:pt>
                <c:pt idx="187">
                  <c:v>0.802594005687</c:v>
                </c:pt>
                <c:pt idx="188">
                  <c:v>0.52021469792</c:v>
                </c:pt>
                <c:pt idx="189">
                  <c:v>0.770390692391</c:v>
                </c:pt>
                <c:pt idx="190">
                  <c:v>0.743122838271</c:v>
                </c:pt>
                <c:pt idx="191">
                  <c:v>0.929223732462</c:v>
                </c:pt>
              </c:numCache>
            </c:numRef>
          </c:yVal>
        </c:ser>
        <c:ser>
          <c:idx val="1"/>
          <c:order val="1"/>
          <c:tx>
            <c:v>LSTM-VAE</c:v>
          </c:tx>
          <c:spPr>
            <a:ln xmlns:a="http://schemas.openxmlformats.org/drawingml/2006/main" w="19050">
              <a:solidFill>
                <a:srgbClr val="D67B30"/>
              </a:solidFill>
            </a:ln>
          </c:spPr>
          <c:marker>
            <c:symbol val="none"/>
          </c:marker>
          <c:xVal>
            <c:numRef>
              <c:f>'Chart Data'!$C$2:$C$193</c:f>
              <c:numCache>
                <c:formatCode>0.00</c:formatCode>
                <c:ptCount val="192"/>
                <c:pt idx="0">
                  <c:v>-24</c:v>
                </c:pt>
                <c:pt idx="1">
                  <c:v>-23.75</c:v>
                </c:pt>
                <c:pt idx="2">
                  <c:v>-23.5</c:v>
                </c:pt>
                <c:pt idx="3">
                  <c:v>-23.25</c:v>
                </c:pt>
                <c:pt idx="4">
                  <c:v>-23</c:v>
                </c:pt>
                <c:pt idx="5">
                  <c:v>-22.75</c:v>
                </c:pt>
                <c:pt idx="6">
                  <c:v>-22.5</c:v>
                </c:pt>
                <c:pt idx="7">
                  <c:v>-22.25</c:v>
                </c:pt>
                <c:pt idx="8">
                  <c:v>-22</c:v>
                </c:pt>
                <c:pt idx="9">
                  <c:v>-21.75</c:v>
                </c:pt>
                <c:pt idx="10">
                  <c:v>-21.5</c:v>
                </c:pt>
                <c:pt idx="11">
                  <c:v>-21.25</c:v>
                </c:pt>
                <c:pt idx="12">
                  <c:v>-21</c:v>
                </c:pt>
                <c:pt idx="13">
                  <c:v>-20.75</c:v>
                </c:pt>
                <c:pt idx="14">
                  <c:v>-20.5</c:v>
                </c:pt>
                <c:pt idx="15">
                  <c:v>-20.25</c:v>
                </c:pt>
                <c:pt idx="16">
                  <c:v>-20</c:v>
                </c:pt>
                <c:pt idx="17">
                  <c:v>-19.75</c:v>
                </c:pt>
                <c:pt idx="18">
                  <c:v>-19.5</c:v>
                </c:pt>
                <c:pt idx="19">
                  <c:v>-19.25</c:v>
                </c:pt>
                <c:pt idx="20">
                  <c:v>-19</c:v>
                </c:pt>
                <c:pt idx="21">
                  <c:v>-18.75</c:v>
                </c:pt>
                <c:pt idx="22">
                  <c:v>-18.5</c:v>
                </c:pt>
                <c:pt idx="23">
                  <c:v>-18.25</c:v>
                </c:pt>
                <c:pt idx="24">
                  <c:v>-18</c:v>
                </c:pt>
                <c:pt idx="25">
                  <c:v>-17.75</c:v>
                </c:pt>
                <c:pt idx="26">
                  <c:v>-17.5</c:v>
                </c:pt>
                <c:pt idx="27">
                  <c:v>-17.25</c:v>
                </c:pt>
                <c:pt idx="28">
                  <c:v>-17</c:v>
                </c:pt>
                <c:pt idx="29">
                  <c:v>-16.75</c:v>
                </c:pt>
                <c:pt idx="30">
                  <c:v>-16.5</c:v>
                </c:pt>
                <c:pt idx="31">
                  <c:v>-16.25</c:v>
                </c:pt>
                <c:pt idx="32">
                  <c:v>-16</c:v>
                </c:pt>
                <c:pt idx="33">
                  <c:v>-15.75</c:v>
                </c:pt>
                <c:pt idx="34">
                  <c:v>-15.5</c:v>
                </c:pt>
                <c:pt idx="35">
                  <c:v>-15.25</c:v>
                </c:pt>
                <c:pt idx="36">
                  <c:v>-15</c:v>
                </c:pt>
                <c:pt idx="37">
                  <c:v>-14.75</c:v>
                </c:pt>
                <c:pt idx="38">
                  <c:v>-14.5</c:v>
                </c:pt>
                <c:pt idx="39">
                  <c:v>-14.25</c:v>
                </c:pt>
                <c:pt idx="40">
                  <c:v>-14</c:v>
                </c:pt>
                <c:pt idx="41">
                  <c:v>-13.75</c:v>
                </c:pt>
                <c:pt idx="42">
                  <c:v>-13.5</c:v>
                </c:pt>
                <c:pt idx="43">
                  <c:v>-13.25</c:v>
                </c:pt>
                <c:pt idx="44">
                  <c:v>-13</c:v>
                </c:pt>
                <c:pt idx="45">
                  <c:v>-12.75</c:v>
                </c:pt>
                <c:pt idx="46">
                  <c:v>-12.5</c:v>
                </c:pt>
                <c:pt idx="47">
                  <c:v>-12.25</c:v>
                </c:pt>
                <c:pt idx="48">
                  <c:v>-12</c:v>
                </c:pt>
                <c:pt idx="49">
                  <c:v>-11.75</c:v>
                </c:pt>
                <c:pt idx="50">
                  <c:v>-11.5</c:v>
                </c:pt>
                <c:pt idx="51">
                  <c:v>-11.25</c:v>
                </c:pt>
                <c:pt idx="52">
                  <c:v>-11</c:v>
                </c:pt>
                <c:pt idx="53">
                  <c:v>-10.75</c:v>
                </c:pt>
                <c:pt idx="54">
                  <c:v>-10.5</c:v>
                </c:pt>
                <c:pt idx="55">
                  <c:v>-10.25</c:v>
                </c:pt>
                <c:pt idx="56">
                  <c:v>-10</c:v>
                </c:pt>
                <c:pt idx="57">
                  <c:v>-9.75</c:v>
                </c:pt>
                <c:pt idx="58">
                  <c:v>-9.5</c:v>
                </c:pt>
                <c:pt idx="59">
                  <c:v>-9.25</c:v>
                </c:pt>
                <c:pt idx="60">
                  <c:v>-9</c:v>
                </c:pt>
                <c:pt idx="61">
                  <c:v>-8.75</c:v>
                </c:pt>
                <c:pt idx="62">
                  <c:v>-8.5</c:v>
                </c:pt>
                <c:pt idx="63">
                  <c:v>-8.25</c:v>
                </c:pt>
                <c:pt idx="64">
                  <c:v>-8</c:v>
                </c:pt>
                <c:pt idx="65">
                  <c:v>-7.75</c:v>
                </c:pt>
                <c:pt idx="66">
                  <c:v>-7.5</c:v>
                </c:pt>
                <c:pt idx="67">
                  <c:v>-7.25</c:v>
                </c:pt>
                <c:pt idx="68">
                  <c:v>-7</c:v>
                </c:pt>
                <c:pt idx="69">
                  <c:v>-6.75</c:v>
                </c:pt>
                <c:pt idx="70">
                  <c:v>-6.5</c:v>
                </c:pt>
                <c:pt idx="71">
                  <c:v>-6.25</c:v>
                </c:pt>
                <c:pt idx="72">
                  <c:v>-6</c:v>
                </c:pt>
                <c:pt idx="73">
                  <c:v>-5.75</c:v>
                </c:pt>
                <c:pt idx="74">
                  <c:v>-5.5</c:v>
                </c:pt>
                <c:pt idx="75">
                  <c:v>-5.25</c:v>
                </c:pt>
                <c:pt idx="76">
                  <c:v>-5</c:v>
                </c:pt>
                <c:pt idx="77">
                  <c:v>-4.75</c:v>
                </c:pt>
                <c:pt idx="78">
                  <c:v>-4.5</c:v>
                </c:pt>
                <c:pt idx="79">
                  <c:v>-4.25</c:v>
                </c:pt>
                <c:pt idx="80">
                  <c:v>-4</c:v>
                </c:pt>
                <c:pt idx="81">
                  <c:v>-3.75</c:v>
                </c:pt>
                <c:pt idx="82">
                  <c:v>-3.5</c:v>
                </c:pt>
                <c:pt idx="83">
                  <c:v>-3.25</c:v>
                </c:pt>
                <c:pt idx="84">
                  <c:v>-3</c:v>
                </c:pt>
                <c:pt idx="85">
                  <c:v>-2.75</c:v>
                </c:pt>
                <c:pt idx="86">
                  <c:v>-2.5</c:v>
                </c:pt>
                <c:pt idx="87">
                  <c:v>-2.25</c:v>
                </c:pt>
                <c:pt idx="88">
                  <c:v>-2</c:v>
                </c:pt>
                <c:pt idx="89">
                  <c:v>-1.75</c:v>
                </c:pt>
                <c:pt idx="90">
                  <c:v>-1.5</c:v>
                </c:pt>
                <c:pt idx="91">
                  <c:v>-1.25</c:v>
                </c:pt>
                <c:pt idx="92">
                  <c:v>-1</c:v>
                </c:pt>
                <c:pt idx="93">
                  <c:v>-0.75</c:v>
                </c:pt>
                <c:pt idx="94">
                  <c:v>-0.5</c:v>
                </c:pt>
                <c:pt idx="95">
                  <c:v>-0.25</c:v>
                </c:pt>
                <c:pt idx="96">
                  <c:v>0</c:v>
                </c:pt>
                <c:pt idx="97">
                  <c:v>0.25</c:v>
                </c:pt>
                <c:pt idx="98">
                  <c:v>0.5</c:v>
                </c:pt>
                <c:pt idx="99">
                  <c:v>0.75</c:v>
                </c:pt>
                <c:pt idx="100">
                  <c:v>1</c:v>
                </c:pt>
                <c:pt idx="101">
                  <c:v>1.25</c:v>
                </c:pt>
                <c:pt idx="102">
                  <c:v>1.5</c:v>
                </c:pt>
                <c:pt idx="103">
                  <c:v>1.75</c:v>
                </c:pt>
                <c:pt idx="104">
                  <c:v>2</c:v>
                </c:pt>
                <c:pt idx="105">
                  <c:v>2.25</c:v>
                </c:pt>
                <c:pt idx="106">
                  <c:v>2.5</c:v>
                </c:pt>
                <c:pt idx="107">
                  <c:v>2.75</c:v>
                </c:pt>
                <c:pt idx="108">
                  <c:v>3</c:v>
                </c:pt>
                <c:pt idx="109">
                  <c:v>3.25</c:v>
                </c:pt>
                <c:pt idx="110">
                  <c:v>3.5</c:v>
                </c:pt>
                <c:pt idx="111">
                  <c:v>3.75</c:v>
                </c:pt>
                <c:pt idx="112">
                  <c:v>4</c:v>
                </c:pt>
                <c:pt idx="113">
                  <c:v>4.25</c:v>
                </c:pt>
                <c:pt idx="114">
                  <c:v>4.5</c:v>
                </c:pt>
                <c:pt idx="115">
                  <c:v>4.75</c:v>
                </c:pt>
                <c:pt idx="116">
                  <c:v>5</c:v>
                </c:pt>
                <c:pt idx="117">
                  <c:v>5.25</c:v>
                </c:pt>
                <c:pt idx="118">
                  <c:v>5.5</c:v>
                </c:pt>
                <c:pt idx="119">
                  <c:v>5.75</c:v>
                </c:pt>
                <c:pt idx="120">
                  <c:v>6</c:v>
                </c:pt>
                <c:pt idx="121">
                  <c:v>6.25</c:v>
                </c:pt>
                <c:pt idx="122">
                  <c:v>6.5</c:v>
                </c:pt>
                <c:pt idx="123">
                  <c:v>6.75</c:v>
                </c:pt>
                <c:pt idx="124">
                  <c:v>7</c:v>
                </c:pt>
                <c:pt idx="125">
                  <c:v>7.25</c:v>
                </c:pt>
                <c:pt idx="126">
                  <c:v>7.5</c:v>
                </c:pt>
                <c:pt idx="127">
                  <c:v>7.75</c:v>
                </c:pt>
                <c:pt idx="128">
                  <c:v>8</c:v>
                </c:pt>
                <c:pt idx="129">
                  <c:v>8.25</c:v>
                </c:pt>
                <c:pt idx="130">
                  <c:v>8.5</c:v>
                </c:pt>
                <c:pt idx="131">
                  <c:v>8.75</c:v>
                </c:pt>
                <c:pt idx="132">
                  <c:v>9</c:v>
                </c:pt>
                <c:pt idx="133">
                  <c:v>9.25</c:v>
                </c:pt>
                <c:pt idx="134">
                  <c:v>9.5</c:v>
                </c:pt>
                <c:pt idx="135">
                  <c:v>9.75</c:v>
                </c:pt>
                <c:pt idx="136">
                  <c:v>10</c:v>
                </c:pt>
                <c:pt idx="137">
                  <c:v>10.25</c:v>
                </c:pt>
                <c:pt idx="138">
                  <c:v>10.5</c:v>
                </c:pt>
                <c:pt idx="139">
                  <c:v>10.75</c:v>
                </c:pt>
                <c:pt idx="140">
                  <c:v>11</c:v>
                </c:pt>
                <c:pt idx="141">
                  <c:v>11.25</c:v>
                </c:pt>
                <c:pt idx="142">
                  <c:v>11.5</c:v>
                </c:pt>
                <c:pt idx="143">
                  <c:v>11.75</c:v>
                </c:pt>
                <c:pt idx="144">
                  <c:v>12</c:v>
                </c:pt>
                <c:pt idx="145">
                  <c:v>12.25</c:v>
                </c:pt>
                <c:pt idx="146">
                  <c:v>12.5</c:v>
                </c:pt>
                <c:pt idx="147">
                  <c:v>12.75</c:v>
                </c:pt>
                <c:pt idx="148">
                  <c:v>13</c:v>
                </c:pt>
                <c:pt idx="149">
                  <c:v>13.25</c:v>
                </c:pt>
                <c:pt idx="150">
                  <c:v>13.5</c:v>
                </c:pt>
                <c:pt idx="151">
                  <c:v>13.75</c:v>
                </c:pt>
                <c:pt idx="152">
                  <c:v>14</c:v>
                </c:pt>
                <c:pt idx="153">
                  <c:v>14.25</c:v>
                </c:pt>
                <c:pt idx="154">
                  <c:v>14.5</c:v>
                </c:pt>
                <c:pt idx="155">
                  <c:v>14.75</c:v>
                </c:pt>
                <c:pt idx="156">
                  <c:v>15</c:v>
                </c:pt>
                <c:pt idx="157">
                  <c:v>15.25</c:v>
                </c:pt>
                <c:pt idx="158">
                  <c:v>15.5</c:v>
                </c:pt>
                <c:pt idx="159">
                  <c:v>15.75</c:v>
                </c:pt>
                <c:pt idx="160">
                  <c:v>16</c:v>
                </c:pt>
                <c:pt idx="161">
                  <c:v>16.25</c:v>
                </c:pt>
                <c:pt idx="162">
                  <c:v>16.5</c:v>
                </c:pt>
                <c:pt idx="163">
                  <c:v>16.75</c:v>
                </c:pt>
                <c:pt idx="164">
                  <c:v>17</c:v>
                </c:pt>
                <c:pt idx="165">
                  <c:v>17.25</c:v>
                </c:pt>
                <c:pt idx="166">
                  <c:v>17.5</c:v>
                </c:pt>
                <c:pt idx="167">
                  <c:v>17.75</c:v>
                </c:pt>
                <c:pt idx="168">
                  <c:v>18</c:v>
                </c:pt>
                <c:pt idx="169">
                  <c:v>18.25</c:v>
                </c:pt>
                <c:pt idx="170">
                  <c:v>18.5</c:v>
                </c:pt>
                <c:pt idx="171">
                  <c:v>18.75</c:v>
                </c:pt>
                <c:pt idx="172">
                  <c:v>19</c:v>
                </c:pt>
                <c:pt idx="173">
                  <c:v>19.25</c:v>
                </c:pt>
                <c:pt idx="174">
                  <c:v>19.5</c:v>
                </c:pt>
                <c:pt idx="175">
                  <c:v>19.75</c:v>
                </c:pt>
                <c:pt idx="176">
                  <c:v>20</c:v>
                </c:pt>
                <c:pt idx="177">
                  <c:v>20.25</c:v>
                </c:pt>
                <c:pt idx="178">
                  <c:v>20.5</c:v>
                </c:pt>
                <c:pt idx="179">
                  <c:v>20.75</c:v>
                </c:pt>
                <c:pt idx="180">
                  <c:v>21</c:v>
                </c:pt>
                <c:pt idx="181">
                  <c:v>21.25</c:v>
                </c:pt>
                <c:pt idx="182">
                  <c:v>21.5</c:v>
                </c:pt>
                <c:pt idx="183">
                  <c:v>21.75</c:v>
                </c:pt>
                <c:pt idx="184">
                  <c:v>22</c:v>
                </c:pt>
                <c:pt idx="185">
                  <c:v>22.25</c:v>
                </c:pt>
                <c:pt idx="186">
                  <c:v>22.5</c:v>
                </c:pt>
                <c:pt idx="187">
                  <c:v>22.75</c:v>
                </c:pt>
                <c:pt idx="188">
                  <c:v>23</c:v>
                </c:pt>
                <c:pt idx="189">
                  <c:v>23.25</c:v>
                </c:pt>
                <c:pt idx="190">
                  <c:v>23.5</c:v>
                </c:pt>
                <c:pt idx="191">
                  <c:v>23.75</c:v>
                </c:pt>
              </c:numCache>
            </c:numRef>
          </c:xVal>
          <c:yVal>
            <c:numRef>
              <c:f>'Chart Data'!$D$2:$D$193</c:f>
              <c:numCache>
                <c:formatCode>General</c:formatCode>
                <c:ptCount val="192"/>
                <c:pt idx="0">
                  <c:v>0.434427265451</c:v>
                </c:pt>
                <c:pt idx="1">
                  <c:v>0.437544761343</c:v>
                </c:pt>
                <c:pt idx="2">
                  <c:v>0.407170240553</c:v>
                </c:pt>
                <c:pt idx="3">
                  <c:v>0.455070143658</c:v>
                </c:pt>
                <c:pt idx="4">
                  <c:v>0.457850612967</c:v>
                </c:pt>
                <c:pt idx="5">
                  <c:v>0.438176686186</c:v>
                </c:pt>
                <c:pt idx="6">
                  <c:v>0.431351897881</c:v>
                </c:pt>
                <c:pt idx="7">
                  <c:v>0.429666764966</c:v>
                </c:pt>
                <c:pt idx="8">
                  <c:v>0.432110207693</c:v>
                </c:pt>
                <c:pt idx="9">
                  <c:v>0.428276530311</c:v>
                </c:pt>
                <c:pt idx="10">
                  <c:v>0.433753212285</c:v>
                </c:pt>
                <c:pt idx="11">
                  <c:v>0.411340944517</c:v>
                </c:pt>
                <c:pt idx="12">
                  <c:v>0.441883978599</c:v>
                </c:pt>
                <c:pt idx="13">
                  <c:v>0.448413868644</c:v>
                </c:pt>
                <c:pt idx="14">
                  <c:v>0.449761974976</c:v>
                </c:pt>
                <c:pt idx="15">
                  <c:v>0.453174369128</c:v>
                </c:pt>
                <c:pt idx="16">
                  <c:v>0.477440283102</c:v>
                </c:pt>
                <c:pt idx="17">
                  <c:v>0.438345199478</c:v>
                </c:pt>
                <c:pt idx="18">
                  <c:v>0.424990521127</c:v>
                </c:pt>
                <c:pt idx="19">
                  <c:v>0.448413868644</c:v>
                </c:pt>
                <c:pt idx="20">
                  <c:v>0.45877743607</c:v>
                </c:pt>
                <c:pt idx="21">
                  <c:v>0.45671314825</c:v>
                </c:pt>
                <c:pt idx="22">
                  <c:v>0.505455617812</c:v>
                </c:pt>
                <c:pt idx="23">
                  <c:v>0.443316341576</c:v>
                </c:pt>
                <c:pt idx="24">
                  <c:v>0.474154273918</c:v>
                </c:pt>
                <c:pt idx="25">
                  <c:v>0.460462568985</c:v>
                </c:pt>
                <c:pt idx="26">
                  <c:v>0.516914521633</c:v>
                </c:pt>
                <c:pt idx="27">
                  <c:v>0.501832582045</c:v>
                </c:pt>
                <c:pt idx="28">
                  <c:v>0.440409487298</c:v>
                </c:pt>
                <c:pt idx="29">
                  <c:v>0.464717529595</c:v>
                </c:pt>
                <c:pt idx="30">
                  <c:v>0.468087795425</c:v>
                </c:pt>
                <c:pt idx="31">
                  <c:v>0.475670893542</c:v>
                </c:pt>
                <c:pt idx="32">
                  <c:v>0.495134178708</c:v>
                </c:pt>
                <c:pt idx="33">
                  <c:v>0.4715423179</c:v>
                </c:pt>
                <c:pt idx="34">
                  <c:v>0.491469014619</c:v>
                </c:pt>
                <c:pt idx="35">
                  <c:v>0.47975734086</c:v>
                </c:pt>
                <c:pt idx="36">
                  <c:v>0.522138433669</c:v>
                </c:pt>
                <c:pt idx="37">
                  <c:v>0.514681720521</c:v>
                </c:pt>
                <c:pt idx="38">
                  <c:v>0.508573113704</c:v>
                </c:pt>
                <c:pt idx="39">
                  <c:v>0.475123225344</c:v>
                </c:pt>
                <c:pt idx="40">
                  <c:v>0.480305009058</c:v>
                </c:pt>
                <c:pt idx="41">
                  <c:v>0.541433205544</c:v>
                </c:pt>
                <c:pt idx="42">
                  <c:v>0.502675148502</c:v>
                </c:pt>
                <c:pt idx="43">
                  <c:v>0.520074145848</c:v>
                </c:pt>
                <c:pt idx="44">
                  <c:v>0.512491047731</c:v>
                </c:pt>
                <c:pt idx="45">
                  <c:v>0.5205375574</c:v>
                </c:pt>
                <c:pt idx="46">
                  <c:v>0.510763786494</c:v>
                </c:pt>
                <c:pt idx="47">
                  <c:v>0.527952142225</c:v>
                </c:pt>
                <c:pt idx="48">
                  <c:v>0.537768041454</c:v>
                </c:pt>
                <c:pt idx="49">
                  <c:v>0.530269199983</c:v>
                </c:pt>
                <c:pt idx="50">
                  <c:v>0.551923157939</c:v>
                </c:pt>
                <c:pt idx="51">
                  <c:v>0.577158023339</c:v>
                </c:pt>
                <c:pt idx="52">
                  <c:v>0.605721026246</c:v>
                </c:pt>
                <c:pt idx="53">
                  <c:v>0.57159708472</c:v>
                </c:pt>
                <c:pt idx="54">
                  <c:v>0.601002654084</c:v>
                </c:pt>
                <c:pt idx="55">
                  <c:v>0.561528415554</c:v>
                </c:pt>
                <c:pt idx="56">
                  <c:v>0.568816615411</c:v>
                </c:pt>
                <c:pt idx="57">
                  <c:v>0.610102371825</c:v>
                </c:pt>
                <c:pt idx="58">
                  <c:v>0.604878459789</c:v>
                </c:pt>
                <c:pt idx="59">
                  <c:v>0.587100307537</c:v>
                </c:pt>
                <c:pt idx="60">
                  <c:v>0.594388507394</c:v>
                </c:pt>
                <c:pt idx="61">
                  <c:v>0.591271011501</c:v>
                </c:pt>
                <c:pt idx="62">
                  <c:v>0.603488225134</c:v>
                </c:pt>
                <c:pt idx="63">
                  <c:v>0.610060243502</c:v>
                </c:pt>
                <c:pt idx="64">
                  <c:v>0.585457302945</c:v>
                </c:pt>
                <c:pt idx="65">
                  <c:v>0.605510384632</c:v>
                </c:pt>
                <c:pt idx="66">
                  <c:v>0.642541180436</c:v>
                </c:pt>
                <c:pt idx="67">
                  <c:v>0.569869823482</c:v>
                </c:pt>
                <c:pt idx="68">
                  <c:v>0.61810675317</c:v>
                </c:pt>
                <c:pt idx="69">
                  <c:v>0.611197708219</c:v>
                </c:pt>
                <c:pt idx="70">
                  <c:v>0.607069132578</c:v>
                </c:pt>
                <c:pt idx="71">
                  <c:v>0.633020179467</c:v>
                </c:pt>
                <c:pt idx="72">
                  <c:v>0.415511648481</c:v>
                </c:pt>
                <c:pt idx="73">
                  <c:v>0.615031385601</c:v>
                </c:pt>
                <c:pt idx="74">
                  <c:v>0.586341997725</c:v>
                </c:pt>
                <c:pt idx="75">
                  <c:v>0.647343809243</c:v>
                </c:pt>
                <c:pt idx="76">
                  <c:v>0.612166659645</c:v>
                </c:pt>
                <c:pt idx="77">
                  <c:v>0.367443232085</c:v>
                </c:pt>
                <c:pt idx="78">
                  <c:v>0.428529300249</c:v>
                </c:pt>
                <c:pt idx="79">
                  <c:v>0.516198340144</c:v>
                </c:pt>
                <c:pt idx="80">
                  <c:v>0.427897375405</c:v>
                </c:pt>
                <c:pt idx="81">
                  <c:v>0.485360407802</c:v>
                </c:pt>
                <c:pt idx="82">
                  <c:v>0.598517083035</c:v>
                </c:pt>
                <c:pt idx="83">
                  <c:v>0.453174369128</c:v>
                </c:pt>
                <c:pt idx="84">
                  <c:v>0.695875637191</c:v>
                </c:pt>
                <c:pt idx="85">
                  <c:v>0.707376669335</c:v>
                </c:pt>
                <c:pt idx="86">
                  <c:v>0.639718582803</c:v>
                </c:pt>
                <c:pt idx="87">
                  <c:v>0.712432068079</c:v>
                </c:pt>
                <c:pt idx="88">
                  <c:v>0.720562834394</c:v>
                </c:pt>
                <c:pt idx="89">
                  <c:v>0.732063866537</c:v>
                </c:pt>
                <c:pt idx="90">
                  <c:v>0.659898049459</c:v>
                </c:pt>
                <c:pt idx="91">
                  <c:v>0.653494544382</c:v>
                </c:pt>
                <c:pt idx="92">
                  <c:v>0.654884779037</c:v>
                </c:pt>
                <c:pt idx="93">
                  <c:v>0.582339807052</c:v>
                </c:pt>
                <c:pt idx="94">
                  <c:v>0.499978935839</c:v>
                </c:pt>
                <c:pt idx="95">
                  <c:v>0.896869865611</c:v>
                </c:pt>
                <c:pt idx="96">
                  <c:v>1</c:v>
                </c:pt>
                <c:pt idx="97">
                  <c:v>1</c:v>
                </c:pt>
                <c:pt idx="98">
                  <c:v>1</c:v>
                </c:pt>
                <c:pt idx="99">
                  <c:v>0.999957871677</c:v>
                </c:pt>
                <c:pt idx="100">
                  <c:v>1</c:v>
                </c:pt>
                <c:pt idx="101">
                  <c:v>1</c:v>
                </c:pt>
                <c:pt idx="102">
                  <c:v>1</c:v>
                </c:pt>
                <c:pt idx="103">
                  <c:v>1</c:v>
                </c:pt>
                <c:pt idx="104">
                  <c:v>1</c:v>
                </c:pt>
                <c:pt idx="105">
                  <c:v>0.999789358386</c:v>
                </c:pt>
                <c:pt idx="106">
                  <c:v>0.999199561865</c:v>
                </c:pt>
                <c:pt idx="107">
                  <c:v>0.999620845094</c:v>
                </c:pt>
                <c:pt idx="108">
                  <c:v>0.999368075157</c:v>
                </c:pt>
                <c:pt idx="109">
                  <c:v>0.999620845094</c:v>
                </c:pt>
                <c:pt idx="110">
                  <c:v>0.99882040696</c:v>
                </c:pt>
                <c:pt idx="111">
                  <c:v>0.987150861524</c:v>
                </c:pt>
                <c:pt idx="112">
                  <c:v>0.956692084088</c:v>
                </c:pt>
                <c:pt idx="113">
                  <c:v>0.99545014113</c:v>
                </c:pt>
                <c:pt idx="114">
                  <c:v>0.996713990816</c:v>
                </c:pt>
                <c:pt idx="115">
                  <c:v>0.998399123731</c:v>
                </c:pt>
                <c:pt idx="116">
                  <c:v>0.994017778152</c:v>
                </c:pt>
                <c:pt idx="117">
                  <c:v>0.994270548089</c:v>
                </c:pt>
                <c:pt idx="118">
                  <c:v>0.996461220879</c:v>
                </c:pt>
                <c:pt idx="119">
                  <c:v>0.999452331803</c:v>
                </c:pt>
                <c:pt idx="120">
                  <c:v>0.999831486709</c:v>
                </c:pt>
                <c:pt idx="121">
                  <c:v>0.998356995408</c:v>
                </c:pt>
                <c:pt idx="122">
                  <c:v>0.999578716771</c:v>
                </c:pt>
                <c:pt idx="123">
                  <c:v>0.999494460126</c:v>
                </c:pt>
                <c:pt idx="124">
                  <c:v>0.999620845094</c:v>
                </c:pt>
                <c:pt idx="125">
                  <c:v>0.999831486709</c:v>
                </c:pt>
                <c:pt idx="126">
                  <c:v>1</c:v>
                </c:pt>
                <c:pt idx="127">
                  <c:v>0.999789358386</c:v>
                </c:pt>
                <c:pt idx="128">
                  <c:v>0.999789358386</c:v>
                </c:pt>
                <c:pt idx="129">
                  <c:v>0.999957871677</c:v>
                </c:pt>
                <c:pt idx="130">
                  <c:v>1</c:v>
                </c:pt>
                <c:pt idx="131">
                  <c:v>0.99941020348</c:v>
                </c:pt>
                <c:pt idx="132">
                  <c:v>0.999199561865</c:v>
                </c:pt>
                <c:pt idx="133">
                  <c:v>1</c:v>
                </c:pt>
                <c:pt idx="134">
                  <c:v>1</c:v>
                </c:pt>
                <c:pt idx="135">
                  <c:v>1</c:v>
                </c:pt>
                <c:pt idx="136">
                  <c:v>0.999494460126</c:v>
                </c:pt>
                <c:pt idx="137">
                  <c:v>0.999915743354</c:v>
                </c:pt>
                <c:pt idx="138">
                  <c:v>0.999957871677</c:v>
                </c:pt>
                <c:pt idx="139">
                  <c:v>0.999325946834</c:v>
                </c:pt>
                <c:pt idx="140">
                  <c:v>0.997682942242</c:v>
                </c:pt>
                <c:pt idx="141">
                  <c:v>0.993470109955</c:v>
                </c:pt>
                <c:pt idx="142">
                  <c:v>0.992796056789</c:v>
                </c:pt>
                <c:pt idx="143">
                  <c:v>0.988962379408</c:v>
                </c:pt>
                <c:pt idx="144">
                  <c:v>0.304124362809</c:v>
                </c:pt>
                <c:pt idx="145">
                  <c:v>0.208872224797</c:v>
                </c:pt>
                <c:pt idx="146">
                  <c:v>0.31924843072</c:v>
                </c:pt>
                <c:pt idx="147">
                  <c:v>0.378480852677</c:v>
                </c:pt>
                <c:pt idx="148">
                  <c:v>0.366979820533</c:v>
                </c:pt>
                <c:pt idx="149">
                  <c:v>0.481863757004</c:v>
                </c:pt>
                <c:pt idx="150">
                  <c:v>0.507983317184</c:v>
                </c:pt>
                <c:pt idx="151">
                  <c:v>0.472384884358</c:v>
                </c:pt>
                <c:pt idx="152">
                  <c:v>0.409192400051</c:v>
                </c:pt>
                <c:pt idx="153">
                  <c:v>0.285714285714</c:v>
                </c:pt>
                <c:pt idx="154">
                  <c:v>0.787420482791</c:v>
                </c:pt>
                <c:pt idx="155">
                  <c:v>0.796730842145</c:v>
                </c:pt>
                <c:pt idx="156">
                  <c:v>0.263554787884</c:v>
                </c:pt>
                <c:pt idx="157">
                  <c:v>0.588406285546</c:v>
                </c:pt>
                <c:pt idx="158">
                  <c:v>0.279352908961</c:v>
                </c:pt>
                <c:pt idx="159">
                  <c:v>0.353793655475</c:v>
                </c:pt>
                <c:pt idx="160">
                  <c:v>0.326494502254</c:v>
                </c:pt>
                <c:pt idx="161">
                  <c:v>0.289505834773</c:v>
                </c:pt>
                <c:pt idx="162">
                  <c:v>0.350718287905</c:v>
                </c:pt>
                <c:pt idx="163">
                  <c:v>0.373046299027</c:v>
                </c:pt>
                <c:pt idx="164">
                  <c:v>0.828832624173</c:v>
                </c:pt>
                <c:pt idx="165">
                  <c:v>0.830180730505</c:v>
                </c:pt>
                <c:pt idx="166">
                  <c:v>0.877575093736</c:v>
                </c:pt>
                <c:pt idx="167">
                  <c:v>0.39920798753</c:v>
                </c:pt>
                <c:pt idx="168">
                  <c:v>0.535956523571</c:v>
                </c:pt>
                <c:pt idx="169">
                  <c:v>0.550364409993</c:v>
                </c:pt>
                <c:pt idx="170">
                  <c:v>0.639044529637</c:v>
                </c:pt>
                <c:pt idx="171">
                  <c:v>0.574166912415</c:v>
                </c:pt>
                <c:pt idx="172">
                  <c:v>0.62573197961</c:v>
                </c:pt>
                <c:pt idx="173">
                  <c:v>0.588448413869</c:v>
                </c:pt>
                <c:pt idx="174">
                  <c:v>0.529595146817</c:v>
                </c:pt>
                <c:pt idx="175">
                  <c:v>0.511311454691</c:v>
                </c:pt>
                <c:pt idx="176">
                  <c:v>0.447697687155</c:v>
                </c:pt>
                <c:pt idx="177">
                  <c:v>0.482327168555</c:v>
                </c:pt>
                <c:pt idx="178">
                  <c:v>0.4621477019</c:v>
                </c:pt>
                <c:pt idx="179">
                  <c:v>0.418418502759</c:v>
                </c:pt>
                <c:pt idx="180">
                  <c:v>0.835573155833</c:v>
                </c:pt>
                <c:pt idx="181">
                  <c:v>0.385600539243</c:v>
                </c:pt>
                <c:pt idx="182">
                  <c:v>0.353540885537</c:v>
                </c:pt>
                <c:pt idx="183">
                  <c:v>0.340649618739</c:v>
                </c:pt>
                <c:pt idx="184">
                  <c:v>0.323966802882</c:v>
                </c:pt>
                <c:pt idx="185">
                  <c:v>0.350212748031</c:v>
                </c:pt>
                <c:pt idx="186">
                  <c:v>0.429119096769</c:v>
                </c:pt>
                <c:pt idx="187">
                  <c:v>0.369633904874</c:v>
                </c:pt>
                <c:pt idx="188">
                  <c:v>0.396006234992</c:v>
                </c:pt>
                <c:pt idx="189">
                  <c:v>0.423305388212</c:v>
                </c:pt>
                <c:pt idx="190">
                  <c:v>0.47520748199</c:v>
                </c:pt>
                <c:pt idx="191">
                  <c:v>0.530269199983</c:v>
                </c:pt>
              </c:numCache>
            </c:numRef>
          </c:yVal>
        </c:ser>
        <c:ser>
          <c:idx val="2"/>
          <c:order val="2"/>
          <c:tx>
            <c:v>Matrix Profile</c:v>
          </c:tx>
          <c:spPr>
            <a:ln xmlns:a="http://schemas.openxmlformats.org/drawingml/2006/main" w="19050">
              <a:solidFill>
                <a:srgbClr val="007F85"/>
              </a:solidFill>
            </a:ln>
          </c:spPr>
          <c:marker>
            <c:symbol val="none"/>
          </c:marker>
          <c:xVal>
            <c:numRef>
              <c:f>'Chart Data'!$E$2:$E$193</c:f>
              <c:numCache>
                <c:formatCode>0.00</c:formatCode>
                <c:ptCount val="192"/>
                <c:pt idx="0">
                  <c:v>-24</c:v>
                </c:pt>
                <c:pt idx="1">
                  <c:v>-23.75</c:v>
                </c:pt>
                <c:pt idx="2">
                  <c:v>-23.5</c:v>
                </c:pt>
                <c:pt idx="3">
                  <c:v>-23.25</c:v>
                </c:pt>
                <c:pt idx="4">
                  <c:v>-23</c:v>
                </c:pt>
                <c:pt idx="5">
                  <c:v>-22.75</c:v>
                </c:pt>
                <c:pt idx="6">
                  <c:v>-22.5</c:v>
                </c:pt>
                <c:pt idx="7">
                  <c:v>-22.25</c:v>
                </c:pt>
                <c:pt idx="8">
                  <c:v>-22</c:v>
                </c:pt>
                <c:pt idx="9">
                  <c:v>-21.75</c:v>
                </c:pt>
                <c:pt idx="10">
                  <c:v>-21.5</c:v>
                </c:pt>
                <c:pt idx="11">
                  <c:v>-21.25</c:v>
                </c:pt>
                <c:pt idx="12">
                  <c:v>-21</c:v>
                </c:pt>
                <c:pt idx="13">
                  <c:v>-20.75</c:v>
                </c:pt>
                <c:pt idx="14">
                  <c:v>-20.5</c:v>
                </c:pt>
                <c:pt idx="15">
                  <c:v>-20.25</c:v>
                </c:pt>
                <c:pt idx="16">
                  <c:v>-20</c:v>
                </c:pt>
                <c:pt idx="17">
                  <c:v>-19.75</c:v>
                </c:pt>
                <c:pt idx="18">
                  <c:v>-19.5</c:v>
                </c:pt>
                <c:pt idx="19">
                  <c:v>-19.25</c:v>
                </c:pt>
                <c:pt idx="20">
                  <c:v>-19</c:v>
                </c:pt>
                <c:pt idx="21">
                  <c:v>-18.75</c:v>
                </c:pt>
                <c:pt idx="22">
                  <c:v>-18.5</c:v>
                </c:pt>
                <c:pt idx="23">
                  <c:v>-18.25</c:v>
                </c:pt>
                <c:pt idx="24">
                  <c:v>-18</c:v>
                </c:pt>
                <c:pt idx="25">
                  <c:v>-17.75</c:v>
                </c:pt>
                <c:pt idx="26">
                  <c:v>-17.5</c:v>
                </c:pt>
                <c:pt idx="27">
                  <c:v>-17.25</c:v>
                </c:pt>
                <c:pt idx="28">
                  <c:v>-17</c:v>
                </c:pt>
                <c:pt idx="29">
                  <c:v>-16.75</c:v>
                </c:pt>
                <c:pt idx="30">
                  <c:v>-16.5</c:v>
                </c:pt>
                <c:pt idx="31">
                  <c:v>-16.25</c:v>
                </c:pt>
                <c:pt idx="32">
                  <c:v>-16</c:v>
                </c:pt>
                <c:pt idx="33">
                  <c:v>-15.75</c:v>
                </c:pt>
                <c:pt idx="34">
                  <c:v>-15.5</c:v>
                </c:pt>
                <c:pt idx="35">
                  <c:v>-15.25</c:v>
                </c:pt>
                <c:pt idx="36">
                  <c:v>-15</c:v>
                </c:pt>
                <c:pt idx="37">
                  <c:v>-14.75</c:v>
                </c:pt>
                <c:pt idx="38">
                  <c:v>-14.5</c:v>
                </c:pt>
                <c:pt idx="39">
                  <c:v>-14.25</c:v>
                </c:pt>
                <c:pt idx="40">
                  <c:v>-14</c:v>
                </c:pt>
                <c:pt idx="41">
                  <c:v>-13.75</c:v>
                </c:pt>
                <c:pt idx="42">
                  <c:v>-13.5</c:v>
                </c:pt>
                <c:pt idx="43">
                  <c:v>-13.25</c:v>
                </c:pt>
                <c:pt idx="44">
                  <c:v>-13</c:v>
                </c:pt>
                <c:pt idx="45">
                  <c:v>-12.75</c:v>
                </c:pt>
                <c:pt idx="46">
                  <c:v>-12.5</c:v>
                </c:pt>
                <c:pt idx="47">
                  <c:v>-12.25</c:v>
                </c:pt>
                <c:pt idx="48">
                  <c:v>-12</c:v>
                </c:pt>
                <c:pt idx="49">
                  <c:v>-11.75</c:v>
                </c:pt>
                <c:pt idx="50">
                  <c:v>-11.5</c:v>
                </c:pt>
                <c:pt idx="51">
                  <c:v>-11.25</c:v>
                </c:pt>
                <c:pt idx="52">
                  <c:v>-11</c:v>
                </c:pt>
                <c:pt idx="53">
                  <c:v>-10.75</c:v>
                </c:pt>
                <c:pt idx="54">
                  <c:v>-10.5</c:v>
                </c:pt>
                <c:pt idx="55">
                  <c:v>-10.25</c:v>
                </c:pt>
                <c:pt idx="56">
                  <c:v>-10</c:v>
                </c:pt>
                <c:pt idx="57">
                  <c:v>-9.75</c:v>
                </c:pt>
                <c:pt idx="58">
                  <c:v>-9.5</c:v>
                </c:pt>
                <c:pt idx="59">
                  <c:v>-9.25</c:v>
                </c:pt>
                <c:pt idx="60">
                  <c:v>-9</c:v>
                </c:pt>
                <c:pt idx="61">
                  <c:v>-8.75</c:v>
                </c:pt>
                <c:pt idx="62">
                  <c:v>-8.5</c:v>
                </c:pt>
                <c:pt idx="63">
                  <c:v>-8.25</c:v>
                </c:pt>
                <c:pt idx="64">
                  <c:v>-8</c:v>
                </c:pt>
                <c:pt idx="65">
                  <c:v>-7.75</c:v>
                </c:pt>
                <c:pt idx="66">
                  <c:v>-7.5</c:v>
                </c:pt>
                <c:pt idx="67">
                  <c:v>-7.25</c:v>
                </c:pt>
                <c:pt idx="68">
                  <c:v>-7</c:v>
                </c:pt>
                <c:pt idx="69">
                  <c:v>-6.75</c:v>
                </c:pt>
                <c:pt idx="70">
                  <c:v>-6.5</c:v>
                </c:pt>
                <c:pt idx="71">
                  <c:v>-6.25</c:v>
                </c:pt>
                <c:pt idx="72">
                  <c:v>-6</c:v>
                </c:pt>
                <c:pt idx="73">
                  <c:v>-5.75</c:v>
                </c:pt>
                <c:pt idx="74">
                  <c:v>-5.5</c:v>
                </c:pt>
                <c:pt idx="75">
                  <c:v>-5.25</c:v>
                </c:pt>
                <c:pt idx="76">
                  <c:v>-5</c:v>
                </c:pt>
                <c:pt idx="77">
                  <c:v>-4.75</c:v>
                </c:pt>
                <c:pt idx="78">
                  <c:v>-4.5</c:v>
                </c:pt>
                <c:pt idx="79">
                  <c:v>-4.25</c:v>
                </c:pt>
                <c:pt idx="80">
                  <c:v>-4</c:v>
                </c:pt>
                <c:pt idx="81">
                  <c:v>-3.75</c:v>
                </c:pt>
                <c:pt idx="82">
                  <c:v>-3.5</c:v>
                </c:pt>
                <c:pt idx="83">
                  <c:v>-3.25</c:v>
                </c:pt>
                <c:pt idx="84">
                  <c:v>-3</c:v>
                </c:pt>
                <c:pt idx="85">
                  <c:v>-2.75</c:v>
                </c:pt>
                <c:pt idx="86">
                  <c:v>-2.5</c:v>
                </c:pt>
                <c:pt idx="87">
                  <c:v>-2.25</c:v>
                </c:pt>
                <c:pt idx="88">
                  <c:v>-2</c:v>
                </c:pt>
                <c:pt idx="89">
                  <c:v>-1.75</c:v>
                </c:pt>
                <c:pt idx="90">
                  <c:v>-1.5</c:v>
                </c:pt>
                <c:pt idx="91">
                  <c:v>-1.25</c:v>
                </c:pt>
                <c:pt idx="92">
                  <c:v>-1</c:v>
                </c:pt>
                <c:pt idx="93">
                  <c:v>-0.75</c:v>
                </c:pt>
                <c:pt idx="94">
                  <c:v>-0.5</c:v>
                </c:pt>
                <c:pt idx="95">
                  <c:v>-0.25</c:v>
                </c:pt>
                <c:pt idx="96">
                  <c:v>0</c:v>
                </c:pt>
                <c:pt idx="97">
                  <c:v>0.25</c:v>
                </c:pt>
                <c:pt idx="98">
                  <c:v>0.5</c:v>
                </c:pt>
                <c:pt idx="99">
                  <c:v>0.75</c:v>
                </c:pt>
                <c:pt idx="100">
                  <c:v>1</c:v>
                </c:pt>
                <c:pt idx="101">
                  <c:v>1.25</c:v>
                </c:pt>
                <c:pt idx="102">
                  <c:v>1.5</c:v>
                </c:pt>
                <c:pt idx="103">
                  <c:v>1.75</c:v>
                </c:pt>
                <c:pt idx="104">
                  <c:v>2</c:v>
                </c:pt>
                <c:pt idx="105">
                  <c:v>2.25</c:v>
                </c:pt>
                <c:pt idx="106">
                  <c:v>2.5</c:v>
                </c:pt>
                <c:pt idx="107">
                  <c:v>2.75</c:v>
                </c:pt>
                <c:pt idx="108">
                  <c:v>3</c:v>
                </c:pt>
                <c:pt idx="109">
                  <c:v>3.25</c:v>
                </c:pt>
                <c:pt idx="110">
                  <c:v>3.5</c:v>
                </c:pt>
                <c:pt idx="111">
                  <c:v>3.75</c:v>
                </c:pt>
                <c:pt idx="112">
                  <c:v>4</c:v>
                </c:pt>
                <c:pt idx="113">
                  <c:v>4.25</c:v>
                </c:pt>
                <c:pt idx="114">
                  <c:v>4.5</c:v>
                </c:pt>
                <c:pt idx="115">
                  <c:v>4.75</c:v>
                </c:pt>
                <c:pt idx="116">
                  <c:v>5</c:v>
                </c:pt>
                <c:pt idx="117">
                  <c:v>5.25</c:v>
                </c:pt>
                <c:pt idx="118">
                  <c:v>5.5</c:v>
                </c:pt>
                <c:pt idx="119">
                  <c:v>5.75</c:v>
                </c:pt>
                <c:pt idx="120">
                  <c:v>6</c:v>
                </c:pt>
                <c:pt idx="121">
                  <c:v>6.25</c:v>
                </c:pt>
                <c:pt idx="122">
                  <c:v>6.5</c:v>
                </c:pt>
                <c:pt idx="123">
                  <c:v>6.75</c:v>
                </c:pt>
                <c:pt idx="124">
                  <c:v>7</c:v>
                </c:pt>
                <c:pt idx="125">
                  <c:v>7.25</c:v>
                </c:pt>
                <c:pt idx="126">
                  <c:v>7.5</c:v>
                </c:pt>
                <c:pt idx="127">
                  <c:v>7.75</c:v>
                </c:pt>
                <c:pt idx="128">
                  <c:v>8</c:v>
                </c:pt>
                <c:pt idx="129">
                  <c:v>8.25</c:v>
                </c:pt>
                <c:pt idx="130">
                  <c:v>8.5</c:v>
                </c:pt>
                <c:pt idx="131">
                  <c:v>8.75</c:v>
                </c:pt>
                <c:pt idx="132">
                  <c:v>9</c:v>
                </c:pt>
                <c:pt idx="133">
                  <c:v>9.25</c:v>
                </c:pt>
                <c:pt idx="134">
                  <c:v>9.5</c:v>
                </c:pt>
                <c:pt idx="135">
                  <c:v>9.75</c:v>
                </c:pt>
                <c:pt idx="136">
                  <c:v>10</c:v>
                </c:pt>
                <c:pt idx="137">
                  <c:v>10.25</c:v>
                </c:pt>
                <c:pt idx="138">
                  <c:v>10.5</c:v>
                </c:pt>
                <c:pt idx="139">
                  <c:v>10.75</c:v>
                </c:pt>
                <c:pt idx="140">
                  <c:v>11</c:v>
                </c:pt>
                <c:pt idx="141">
                  <c:v>11.25</c:v>
                </c:pt>
                <c:pt idx="142">
                  <c:v>11.5</c:v>
                </c:pt>
                <c:pt idx="143">
                  <c:v>11.75</c:v>
                </c:pt>
                <c:pt idx="144">
                  <c:v>12</c:v>
                </c:pt>
                <c:pt idx="145">
                  <c:v>12.25</c:v>
                </c:pt>
                <c:pt idx="146">
                  <c:v>12.5</c:v>
                </c:pt>
                <c:pt idx="147">
                  <c:v>12.75</c:v>
                </c:pt>
                <c:pt idx="148">
                  <c:v>13</c:v>
                </c:pt>
                <c:pt idx="149">
                  <c:v>13.25</c:v>
                </c:pt>
                <c:pt idx="150">
                  <c:v>13.5</c:v>
                </c:pt>
                <c:pt idx="151">
                  <c:v>13.75</c:v>
                </c:pt>
                <c:pt idx="152">
                  <c:v>14</c:v>
                </c:pt>
                <c:pt idx="153">
                  <c:v>14.25</c:v>
                </c:pt>
                <c:pt idx="154">
                  <c:v>14.5</c:v>
                </c:pt>
                <c:pt idx="155">
                  <c:v>14.75</c:v>
                </c:pt>
                <c:pt idx="156">
                  <c:v>15</c:v>
                </c:pt>
                <c:pt idx="157">
                  <c:v>15.25</c:v>
                </c:pt>
                <c:pt idx="158">
                  <c:v>15.5</c:v>
                </c:pt>
                <c:pt idx="159">
                  <c:v>15.75</c:v>
                </c:pt>
                <c:pt idx="160">
                  <c:v>16</c:v>
                </c:pt>
                <c:pt idx="161">
                  <c:v>16.25</c:v>
                </c:pt>
                <c:pt idx="162">
                  <c:v>16.5</c:v>
                </c:pt>
                <c:pt idx="163">
                  <c:v>16.75</c:v>
                </c:pt>
                <c:pt idx="164">
                  <c:v>17</c:v>
                </c:pt>
                <c:pt idx="165">
                  <c:v>17.25</c:v>
                </c:pt>
                <c:pt idx="166">
                  <c:v>17.5</c:v>
                </c:pt>
                <c:pt idx="167">
                  <c:v>17.75</c:v>
                </c:pt>
                <c:pt idx="168">
                  <c:v>18</c:v>
                </c:pt>
                <c:pt idx="169">
                  <c:v>18.25</c:v>
                </c:pt>
                <c:pt idx="170">
                  <c:v>18.5</c:v>
                </c:pt>
                <c:pt idx="171">
                  <c:v>18.75</c:v>
                </c:pt>
                <c:pt idx="172">
                  <c:v>19</c:v>
                </c:pt>
                <c:pt idx="173">
                  <c:v>19.25</c:v>
                </c:pt>
                <c:pt idx="174">
                  <c:v>19.5</c:v>
                </c:pt>
                <c:pt idx="175">
                  <c:v>19.75</c:v>
                </c:pt>
                <c:pt idx="176">
                  <c:v>20</c:v>
                </c:pt>
                <c:pt idx="177">
                  <c:v>20.25</c:v>
                </c:pt>
                <c:pt idx="178">
                  <c:v>20.5</c:v>
                </c:pt>
                <c:pt idx="179">
                  <c:v>20.75</c:v>
                </c:pt>
                <c:pt idx="180">
                  <c:v>21</c:v>
                </c:pt>
                <c:pt idx="181">
                  <c:v>21.25</c:v>
                </c:pt>
                <c:pt idx="182">
                  <c:v>21.5</c:v>
                </c:pt>
                <c:pt idx="183">
                  <c:v>21.75</c:v>
                </c:pt>
                <c:pt idx="184">
                  <c:v>22</c:v>
                </c:pt>
                <c:pt idx="185">
                  <c:v>22.25</c:v>
                </c:pt>
                <c:pt idx="186">
                  <c:v>22.5</c:v>
                </c:pt>
                <c:pt idx="187">
                  <c:v>22.75</c:v>
                </c:pt>
                <c:pt idx="188">
                  <c:v>23</c:v>
                </c:pt>
                <c:pt idx="189">
                  <c:v>23.25</c:v>
                </c:pt>
                <c:pt idx="190">
                  <c:v>23.5</c:v>
                </c:pt>
                <c:pt idx="191">
                  <c:v>23.75</c:v>
                </c:pt>
              </c:numCache>
            </c:numRef>
          </c:xVal>
          <c:yVal>
            <c:numRef>
              <c:f>'Chart Data'!$F$2:$F$193</c:f>
              <c:numCache>
                <c:formatCode>General</c:formatCode>
                <c:ptCount val="19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0.869565217391</c:v>
                </c:pt>
                <c:pt idx="73">
                  <c:v>0.869565217391</c:v>
                </c:pt>
                <c:pt idx="74">
                  <c:v>0.869565217391</c:v>
                </c:pt>
                <c:pt idx="75">
                  <c:v>0.869565217391</c:v>
                </c:pt>
                <c:pt idx="76">
                  <c:v>0.727536231884</c:v>
                </c:pt>
                <c:pt idx="77">
                  <c:v>0.727536231884</c:v>
                </c:pt>
                <c:pt idx="78">
                  <c:v>0.895652173913</c:v>
                </c:pt>
                <c:pt idx="79">
                  <c:v>0.895652173913</c:v>
                </c:pt>
                <c:pt idx="80">
                  <c:v>0.945893719807</c:v>
                </c:pt>
                <c:pt idx="81">
                  <c:v>0.945893719807</c:v>
                </c:pt>
                <c:pt idx="82">
                  <c:v>0.976811594203</c:v>
                </c:pt>
                <c:pt idx="83">
                  <c:v>0.976811594203</c:v>
                </c:pt>
                <c:pt idx="84">
                  <c:v>0.976811594203</c:v>
                </c:pt>
                <c:pt idx="85">
                  <c:v>0.976811594203</c:v>
                </c:pt>
                <c:pt idx="86">
                  <c:v>1</c:v>
                </c:pt>
                <c:pt idx="87">
                  <c:v>1</c:v>
                </c:pt>
                <c:pt idx="88">
                  <c:v>0.976811594203</c:v>
                </c:pt>
                <c:pt idx="89">
                  <c:v>0.976811594203</c:v>
                </c:pt>
                <c:pt idx="90">
                  <c:v>1</c:v>
                </c:pt>
                <c:pt idx="91">
                  <c:v>1</c:v>
                </c:pt>
                <c:pt idx="92">
                  <c:v>0.928502415459</c:v>
                </c:pt>
                <c:pt idx="93">
                  <c:v>0.928502415459</c:v>
                </c:pt>
                <c:pt idx="94">
                  <c:v>0.943961352657</c:v>
                </c:pt>
                <c:pt idx="95">
                  <c:v>0.943961352657</c:v>
                </c:pt>
                <c:pt idx="96">
                  <c:v>1</c:v>
                </c:pt>
                <c:pt idx="97">
                  <c:v>1</c:v>
                </c:pt>
                <c:pt idx="98">
                  <c:v>1</c:v>
                </c:pt>
                <c:pt idx="99">
                  <c:v>1</c:v>
                </c:pt>
                <c:pt idx="100">
                  <c:v>0.943961352657</c:v>
                </c:pt>
                <c:pt idx="101">
                  <c:v>0.943961352657</c:v>
                </c:pt>
                <c:pt idx="102">
                  <c:v>0.900117508813</c:v>
                </c:pt>
                <c:pt idx="103">
                  <c:v>0.900117508813</c:v>
                </c:pt>
                <c:pt idx="104">
                  <c:v>0.900117508813</c:v>
                </c:pt>
                <c:pt idx="105">
                  <c:v>0.900117508813</c:v>
                </c:pt>
                <c:pt idx="106">
                  <c:v>0.900117508813</c:v>
                </c:pt>
                <c:pt idx="107">
                  <c:v>0.900117508813</c:v>
                </c:pt>
                <c:pt idx="108">
                  <c:v>0.900117508813</c:v>
                </c:pt>
                <c:pt idx="109">
                  <c:v>0.900117508813</c:v>
                </c:pt>
                <c:pt idx="110">
                  <c:v>0.938164251208</c:v>
                </c:pt>
                <c:pt idx="111">
                  <c:v>0.938164251208</c:v>
                </c:pt>
                <c:pt idx="112">
                  <c:v>0.938164251208</c:v>
                </c:pt>
                <c:pt idx="113">
                  <c:v>0.938164251208</c:v>
                </c:pt>
                <c:pt idx="114">
                  <c:v>0.938164251208</c:v>
                </c:pt>
                <c:pt idx="115">
                  <c:v>0.938164251208</c:v>
                </c:pt>
                <c:pt idx="116">
                  <c:v>0.938164251208</c:v>
                </c:pt>
                <c:pt idx="117">
                  <c:v>0.938164251208</c:v>
                </c:pt>
                <c:pt idx="118">
                  <c:v>0.95652173913</c:v>
                </c:pt>
                <c:pt idx="119">
                  <c:v>0.95652173913</c:v>
                </c:pt>
                <c:pt idx="120">
                  <c:v>1</c:v>
                </c:pt>
                <c:pt idx="121">
                  <c:v>1</c:v>
                </c:pt>
                <c:pt idx="122">
                  <c:v>0.95652173913</c:v>
                </c:pt>
                <c:pt idx="123">
                  <c:v>0.95652173913</c:v>
                </c:pt>
                <c:pt idx="124">
                  <c:v>0.971980676329</c:v>
                </c:pt>
                <c:pt idx="125">
                  <c:v>0.971980676329</c:v>
                </c:pt>
                <c:pt idx="126">
                  <c:v>0.971980676329</c:v>
                </c:pt>
                <c:pt idx="127">
                  <c:v>0.971980676329</c:v>
                </c:pt>
                <c:pt idx="128">
                  <c:v>1</c:v>
                </c:pt>
                <c:pt idx="129">
                  <c:v>1</c:v>
                </c:pt>
                <c:pt idx="130">
                  <c:v>0.971980676329</c:v>
                </c:pt>
                <c:pt idx="131">
                  <c:v>0.971980676329</c:v>
                </c:pt>
                <c:pt idx="132">
                  <c:v>1</c:v>
                </c:pt>
                <c:pt idx="133">
                  <c:v>1</c:v>
                </c:pt>
                <c:pt idx="134">
                  <c:v>1</c:v>
                </c:pt>
                <c:pt idx="135">
                  <c:v>1</c:v>
                </c:pt>
                <c:pt idx="136">
                  <c:v>0.95652173913</c:v>
                </c:pt>
                <c:pt idx="137">
                  <c:v>0.95652173913</c:v>
                </c:pt>
                <c:pt idx="138">
                  <c:v>0.95652173913</c:v>
                </c:pt>
                <c:pt idx="139">
                  <c:v>0.95652173913</c:v>
                </c:pt>
                <c:pt idx="140">
                  <c:v>1</c:v>
                </c:pt>
                <c:pt idx="141">
                  <c:v>1</c:v>
                </c:pt>
                <c:pt idx="142">
                  <c:v>1</c:v>
                </c:pt>
                <c:pt idx="143">
                  <c:v>1</c:v>
                </c:pt>
                <c:pt idx="144">
                  <c:v>0.860164512338</c:v>
                </c:pt>
                <c:pt idx="145">
                  <c:v>0.860164512338</c:v>
                </c:pt>
                <c:pt idx="146">
                  <c:v>0.95652173913</c:v>
                </c:pt>
                <c:pt idx="147">
                  <c:v>0.95652173913</c:v>
                </c:pt>
                <c:pt idx="148">
                  <c:v>0.95652173913</c:v>
                </c:pt>
                <c:pt idx="149">
                  <c:v>0.95652173913</c:v>
                </c:pt>
                <c:pt idx="150">
                  <c:v>0.95652173913</c:v>
                </c:pt>
                <c:pt idx="151">
                  <c:v>0.95652173913</c:v>
                </c:pt>
                <c:pt idx="152">
                  <c:v>0.95652173913</c:v>
                </c:pt>
                <c:pt idx="153">
                  <c:v>0.95652173913</c:v>
                </c:pt>
                <c:pt idx="154">
                  <c:v>0.657971014493</c:v>
                </c:pt>
                <c:pt idx="155">
                  <c:v>0.657971014493</c:v>
                </c:pt>
                <c:pt idx="156">
                  <c:v>0.9961352657</c:v>
                </c:pt>
                <c:pt idx="157">
                  <c:v>0.9961352657</c:v>
                </c:pt>
                <c:pt idx="158">
                  <c:v>0.9961352657</c:v>
                </c:pt>
                <c:pt idx="159">
                  <c:v>0.9961352657</c:v>
                </c:pt>
                <c:pt idx="160">
                  <c:v>0.9961352657</c:v>
                </c:pt>
                <c:pt idx="161">
                  <c:v>0.9961352657</c:v>
                </c:pt>
                <c:pt idx="162">
                  <c:v>0.9961352657</c:v>
                </c:pt>
                <c:pt idx="163">
                  <c:v>0.9961352657</c:v>
                </c:pt>
                <c:pt idx="164">
                  <c:v>0.739130434783</c:v>
                </c:pt>
                <c:pt idx="165">
                  <c:v>0.739130434783</c:v>
                </c:pt>
                <c:pt idx="166">
                  <c:v>0.782608695652</c:v>
                </c:pt>
                <c:pt idx="167">
                  <c:v>0.782608695652</c:v>
                </c:pt>
                <c:pt idx="168">
                  <c:v>0.875</c:v>
                </c:pt>
                <c:pt idx="169">
                  <c:v>0.875</c:v>
                </c:pt>
                <c:pt idx="170">
                  <c:v>0.820945945946</c:v>
                </c:pt>
                <c:pt idx="171">
                  <c:v>0.820945945946</c:v>
                </c:pt>
                <c:pt idx="172">
                  <c:v>0.820945945946</c:v>
                </c:pt>
                <c:pt idx="173">
                  <c:v>0.820945945946</c:v>
                </c:pt>
                <c:pt idx="174">
                  <c:v>0.888513513514</c:v>
                </c:pt>
                <c:pt idx="175">
                  <c:v>0.888513513514</c:v>
                </c:pt>
                <c:pt idx="176">
                  <c:v>0.888513513514</c:v>
                </c:pt>
                <c:pt idx="177">
                  <c:v>0.888513513514</c:v>
                </c:pt>
                <c:pt idx="178">
                  <c:v>0.888513513514</c:v>
                </c:pt>
                <c:pt idx="179">
                  <c:v>0.888513513514</c:v>
                </c:pt>
                <c:pt idx="180">
                  <c:v>0.888513513514</c:v>
                </c:pt>
                <c:pt idx="181">
                  <c:v>0.888513513514</c:v>
                </c:pt>
                <c:pt idx="182">
                  <c:v>0.888513513514</c:v>
                </c:pt>
                <c:pt idx="183">
                  <c:v>0.888513513514</c:v>
                </c:pt>
                <c:pt idx="184">
                  <c:v>0.888513513514</c:v>
                </c:pt>
                <c:pt idx="185">
                  <c:v>0.888513513514</c:v>
                </c:pt>
                <c:pt idx="186">
                  <c:v>1</c:v>
                </c:pt>
                <c:pt idx="187">
                  <c:v>1</c:v>
                </c:pt>
                <c:pt idx="188">
                  <c:v>0.888513513514</c:v>
                </c:pt>
                <c:pt idx="189">
                  <c:v>0.888513513514</c:v>
                </c:pt>
                <c:pt idx="190">
                  <c:v>0.888513513514</c:v>
                </c:pt>
                <c:pt idx="191">
                  <c:v>0.888513513514</c:v>
                </c:pt>
              </c:numCache>
            </c:numRef>
          </c:yVal>
        </c:ser>
        <c:ser>
          <c:idx val="3"/>
          <c:order val="3"/>
          <c:tx>
            <c:v>RPCA</c:v>
          </c:tx>
          <c:spPr>
            <a:ln xmlns:a="http://schemas.openxmlformats.org/drawingml/2006/main" w="19050">
              <a:solidFill>
                <a:srgbClr val="926DAA"/>
              </a:solidFill>
            </a:ln>
          </c:spPr>
          <c:marker>
            <c:symbol val="none"/>
          </c:marker>
          <c:xVal>
            <c:numRef>
              <c:f>'Chart Data'!$G$2:$G$193</c:f>
              <c:numCache>
                <c:formatCode>0.00</c:formatCode>
                <c:ptCount val="192"/>
                <c:pt idx="0">
                  <c:v>-24</c:v>
                </c:pt>
                <c:pt idx="1">
                  <c:v>-23.75</c:v>
                </c:pt>
                <c:pt idx="2">
                  <c:v>-23.5</c:v>
                </c:pt>
                <c:pt idx="3">
                  <c:v>-23.25</c:v>
                </c:pt>
                <c:pt idx="4">
                  <c:v>-23</c:v>
                </c:pt>
                <c:pt idx="5">
                  <c:v>-22.75</c:v>
                </c:pt>
                <c:pt idx="6">
                  <c:v>-22.5</c:v>
                </c:pt>
                <c:pt idx="7">
                  <c:v>-22.25</c:v>
                </c:pt>
                <c:pt idx="8">
                  <c:v>-22</c:v>
                </c:pt>
                <c:pt idx="9">
                  <c:v>-21.75</c:v>
                </c:pt>
                <c:pt idx="10">
                  <c:v>-21.5</c:v>
                </c:pt>
                <c:pt idx="11">
                  <c:v>-21.25</c:v>
                </c:pt>
                <c:pt idx="12">
                  <c:v>-21</c:v>
                </c:pt>
                <c:pt idx="13">
                  <c:v>-20.75</c:v>
                </c:pt>
                <c:pt idx="14">
                  <c:v>-20.5</c:v>
                </c:pt>
                <c:pt idx="15">
                  <c:v>-20.25</c:v>
                </c:pt>
                <c:pt idx="16">
                  <c:v>-20</c:v>
                </c:pt>
                <c:pt idx="17">
                  <c:v>-19.75</c:v>
                </c:pt>
                <c:pt idx="18">
                  <c:v>-19.5</c:v>
                </c:pt>
                <c:pt idx="19">
                  <c:v>-19.25</c:v>
                </c:pt>
                <c:pt idx="20">
                  <c:v>-19</c:v>
                </c:pt>
                <c:pt idx="21">
                  <c:v>-18.75</c:v>
                </c:pt>
                <c:pt idx="22">
                  <c:v>-18.5</c:v>
                </c:pt>
                <c:pt idx="23">
                  <c:v>-18.25</c:v>
                </c:pt>
                <c:pt idx="24">
                  <c:v>-18</c:v>
                </c:pt>
                <c:pt idx="25">
                  <c:v>-17.75</c:v>
                </c:pt>
                <c:pt idx="26">
                  <c:v>-17.5</c:v>
                </c:pt>
                <c:pt idx="27">
                  <c:v>-17.25</c:v>
                </c:pt>
                <c:pt idx="28">
                  <c:v>-17</c:v>
                </c:pt>
                <c:pt idx="29">
                  <c:v>-16.75</c:v>
                </c:pt>
                <c:pt idx="30">
                  <c:v>-16.5</c:v>
                </c:pt>
                <c:pt idx="31">
                  <c:v>-16.25</c:v>
                </c:pt>
                <c:pt idx="32">
                  <c:v>-16</c:v>
                </c:pt>
                <c:pt idx="33">
                  <c:v>-15.75</c:v>
                </c:pt>
                <c:pt idx="34">
                  <c:v>-15.5</c:v>
                </c:pt>
                <c:pt idx="35">
                  <c:v>-15.25</c:v>
                </c:pt>
                <c:pt idx="36">
                  <c:v>-15</c:v>
                </c:pt>
                <c:pt idx="37">
                  <c:v>-14.75</c:v>
                </c:pt>
                <c:pt idx="38">
                  <c:v>-14.5</c:v>
                </c:pt>
                <c:pt idx="39">
                  <c:v>-14.25</c:v>
                </c:pt>
                <c:pt idx="40">
                  <c:v>-14</c:v>
                </c:pt>
                <c:pt idx="41">
                  <c:v>-13.75</c:v>
                </c:pt>
                <c:pt idx="42">
                  <c:v>-13.5</c:v>
                </c:pt>
                <c:pt idx="43">
                  <c:v>-13.25</c:v>
                </c:pt>
                <c:pt idx="44">
                  <c:v>-13</c:v>
                </c:pt>
                <c:pt idx="45">
                  <c:v>-12.75</c:v>
                </c:pt>
                <c:pt idx="46">
                  <c:v>-12.5</c:v>
                </c:pt>
                <c:pt idx="47">
                  <c:v>-12.25</c:v>
                </c:pt>
                <c:pt idx="48">
                  <c:v>-12</c:v>
                </c:pt>
                <c:pt idx="49">
                  <c:v>-11.75</c:v>
                </c:pt>
                <c:pt idx="50">
                  <c:v>-11.5</c:v>
                </c:pt>
                <c:pt idx="51">
                  <c:v>-11.25</c:v>
                </c:pt>
                <c:pt idx="52">
                  <c:v>-11</c:v>
                </c:pt>
                <c:pt idx="53">
                  <c:v>-10.75</c:v>
                </c:pt>
                <c:pt idx="54">
                  <c:v>-10.5</c:v>
                </c:pt>
                <c:pt idx="55">
                  <c:v>-10.25</c:v>
                </c:pt>
                <c:pt idx="56">
                  <c:v>-10</c:v>
                </c:pt>
                <c:pt idx="57">
                  <c:v>-9.75</c:v>
                </c:pt>
                <c:pt idx="58">
                  <c:v>-9.5</c:v>
                </c:pt>
                <c:pt idx="59">
                  <c:v>-9.25</c:v>
                </c:pt>
                <c:pt idx="60">
                  <c:v>-9</c:v>
                </c:pt>
                <c:pt idx="61">
                  <c:v>-8.75</c:v>
                </c:pt>
                <c:pt idx="62">
                  <c:v>-8.5</c:v>
                </c:pt>
                <c:pt idx="63">
                  <c:v>-8.25</c:v>
                </c:pt>
                <c:pt idx="64">
                  <c:v>-8</c:v>
                </c:pt>
                <c:pt idx="65">
                  <c:v>-7.75</c:v>
                </c:pt>
                <c:pt idx="66">
                  <c:v>-7.5</c:v>
                </c:pt>
                <c:pt idx="67">
                  <c:v>-7.25</c:v>
                </c:pt>
                <c:pt idx="68">
                  <c:v>-7</c:v>
                </c:pt>
                <c:pt idx="69">
                  <c:v>-6.75</c:v>
                </c:pt>
                <c:pt idx="70">
                  <c:v>-6.5</c:v>
                </c:pt>
                <c:pt idx="71">
                  <c:v>-6.25</c:v>
                </c:pt>
                <c:pt idx="72">
                  <c:v>-6</c:v>
                </c:pt>
                <c:pt idx="73">
                  <c:v>-5.75</c:v>
                </c:pt>
                <c:pt idx="74">
                  <c:v>-5.5</c:v>
                </c:pt>
                <c:pt idx="75">
                  <c:v>-5.25</c:v>
                </c:pt>
                <c:pt idx="76">
                  <c:v>-5</c:v>
                </c:pt>
                <c:pt idx="77">
                  <c:v>-4.75</c:v>
                </c:pt>
                <c:pt idx="78">
                  <c:v>-4.5</c:v>
                </c:pt>
                <c:pt idx="79">
                  <c:v>-4.25</c:v>
                </c:pt>
                <c:pt idx="80">
                  <c:v>-4</c:v>
                </c:pt>
                <c:pt idx="81">
                  <c:v>-3.75</c:v>
                </c:pt>
                <c:pt idx="82">
                  <c:v>-3.5</c:v>
                </c:pt>
                <c:pt idx="83">
                  <c:v>-3.25</c:v>
                </c:pt>
                <c:pt idx="84">
                  <c:v>-3</c:v>
                </c:pt>
                <c:pt idx="85">
                  <c:v>-2.75</c:v>
                </c:pt>
                <c:pt idx="86">
                  <c:v>-2.5</c:v>
                </c:pt>
                <c:pt idx="87">
                  <c:v>-2.25</c:v>
                </c:pt>
                <c:pt idx="88">
                  <c:v>-2</c:v>
                </c:pt>
                <c:pt idx="89">
                  <c:v>-1.75</c:v>
                </c:pt>
                <c:pt idx="90">
                  <c:v>-1.5</c:v>
                </c:pt>
                <c:pt idx="91">
                  <c:v>-1.25</c:v>
                </c:pt>
                <c:pt idx="92">
                  <c:v>-1</c:v>
                </c:pt>
                <c:pt idx="93">
                  <c:v>-0.75</c:v>
                </c:pt>
                <c:pt idx="94">
                  <c:v>-0.5</c:v>
                </c:pt>
                <c:pt idx="95">
                  <c:v>-0.25</c:v>
                </c:pt>
                <c:pt idx="96">
                  <c:v>0</c:v>
                </c:pt>
                <c:pt idx="97">
                  <c:v>0.25</c:v>
                </c:pt>
                <c:pt idx="98">
                  <c:v>0.5</c:v>
                </c:pt>
                <c:pt idx="99">
                  <c:v>0.75</c:v>
                </c:pt>
                <c:pt idx="100">
                  <c:v>1</c:v>
                </c:pt>
                <c:pt idx="101">
                  <c:v>1.25</c:v>
                </c:pt>
                <c:pt idx="102">
                  <c:v>1.5</c:v>
                </c:pt>
                <c:pt idx="103">
                  <c:v>1.75</c:v>
                </c:pt>
                <c:pt idx="104">
                  <c:v>2</c:v>
                </c:pt>
                <c:pt idx="105">
                  <c:v>2.25</c:v>
                </c:pt>
                <c:pt idx="106">
                  <c:v>2.5</c:v>
                </c:pt>
                <c:pt idx="107">
                  <c:v>2.75</c:v>
                </c:pt>
                <c:pt idx="108">
                  <c:v>3</c:v>
                </c:pt>
                <c:pt idx="109">
                  <c:v>3.25</c:v>
                </c:pt>
                <c:pt idx="110">
                  <c:v>3.5</c:v>
                </c:pt>
                <c:pt idx="111">
                  <c:v>3.75</c:v>
                </c:pt>
                <c:pt idx="112">
                  <c:v>4</c:v>
                </c:pt>
                <c:pt idx="113">
                  <c:v>4.25</c:v>
                </c:pt>
                <c:pt idx="114">
                  <c:v>4.5</c:v>
                </c:pt>
                <c:pt idx="115">
                  <c:v>4.75</c:v>
                </c:pt>
                <c:pt idx="116">
                  <c:v>5</c:v>
                </c:pt>
                <c:pt idx="117">
                  <c:v>5.25</c:v>
                </c:pt>
                <c:pt idx="118">
                  <c:v>5.5</c:v>
                </c:pt>
                <c:pt idx="119">
                  <c:v>5.75</c:v>
                </c:pt>
                <c:pt idx="120">
                  <c:v>6</c:v>
                </c:pt>
                <c:pt idx="121">
                  <c:v>6.25</c:v>
                </c:pt>
                <c:pt idx="122">
                  <c:v>6.5</c:v>
                </c:pt>
                <c:pt idx="123">
                  <c:v>6.75</c:v>
                </c:pt>
                <c:pt idx="124">
                  <c:v>7</c:v>
                </c:pt>
                <c:pt idx="125">
                  <c:v>7.25</c:v>
                </c:pt>
                <c:pt idx="126">
                  <c:v>7.5</c:v>
                </c:pt>
                <c:pt idx="127">
                  <c:v>7.75</c:v>
                </c:pt>
                <c:pt idx="128">
                  <c:v>8</c:v>
                </c:pt>
                <c:pt idx="129">
                  <c:v>8.25</c:v>
                </c:pt>
                <c:pt idx="130">
                  <c:v>8.5</c:v>
                </c:pt>
                <c:pt idx="131">
                  <c:v>8.75</c:v>
                </c:pt>
                <c:pt idx="132">
                  <c:v>9</c:v>
                </c:pt>
                <c:pt idx="133">
                  <c:v>9.25</c:v>
                </c:pt>
                <c:pt idx="134">
                  <c:v>9.5</c:v>
                </c:pt>
                <c:pt idx="135">
                  <c:v>9.75</c:v>
                </c:pt>
                <c:pt idx="136">
                  <c:v>10</c:v>
                </c:pt>
                <c:pt idx="137">
                  <c:v>10.25</c:v>
                </c:pt>
                <c:pt idx="138">
                  <c:v>10.5</c:v>
                </c:pt>
                <c:pt idx="139">
                  <c:v>10.75</c:v>
                </c:pt>
                <c:pt idx="140">
                  <c:v>11</c:v>
                </c:pt>
                <c:pt idx="141">
                  <c:v>11.25</c:v>
                </c:pt>
                <c:pt idx="142">
                  <c:v>11.5</c:v>
                </c:pt>
                <c:pt idx="143">
                  <c:v>11.75</c:v>
                </c:pt>
                <c:pt idx="144">
                  <c:v>12</c:v>
                </c:pt>
                <c:pt idx="145">
                  <c:v>12.25</c:v>
                </c:pt>
                <c:pt idx="146">
                  <c:v>12.5</c:v>
                </c:pt>
                <c:pt idx="147">
                  <c:v>12.75</c:v>
                </c:pt>
                <c:pt idx="148">
                  <c:v>13</c:v>
                </c:pt>
                <c:pt idx="149">
                  <c:v>13.25</c:v>
                </c:pt>
                <c:pt idx="150">
                  <c:v>13.5</c:v>
                </c:pt>
                <c:pt idx="151">
                  <c:v>13.75</c:v>
                </c:pt>
                <c:pt idx="152">
                  <c:v>14</c:v>
                </c:pt>
                <c:pt idx="153">
                  <c:v>14.25</c:v>
                </c:pt>
                <c:pt idx="154">
                  <c:v>14.5</c:v>
                </c:pt>
                <c:pt idx="155">
                  <c:v>14.75</c:v>
                </c:pt>
                <c:pt idx="156">
                  <c:v>15</c:v>
                </c:pt>
                <c:pt idx="157">
                  <c:v>15.25</c:v>
                </c:pt>
                <c:pt idx="158">
                  <c:v>15.5</c:v>
                </c:pt>
                <c:pt idx="159">
                  <c:v>15.75</c:v>
                </c:pt>
                <c:pt idx="160">
                  <c:v>16</c:v>
                </c:pt>
                <c:pt idx="161">
                  <c:v>16.25</c:v>
                </c:pt>
                <c:pt idx="162">
                  <c:v>16.5</c:v>
                </c:pt>
                <c:pt idx="163">
                  <c:v>16.75</c:v>
                </c:pt>
                <c:pt idx="164">
                  <c:v>17</c:v>
                </c:pt>
                <c:pt idx="165">
                  <c:v>17.25</c:v>
                </c:pt>
                <c:pt idx="166">
                  <c:v>17.5</c:v>
                </c:pt>
                <c:pt idx="167">
                  <c:v>17.75</c:v>
                </c:pt>
                <c:pt idx="168">
                  <c:v>18</c:v>
                </c:pt>
                <c:pt idx="169">
                  <c:v>18.25</c:v>
                </c:pt>
                <c:pt idx="170">
                  <c:v>18.5</c:v>
                </c:pt>
                <c:pt idx="171">
                  <c:v>18.75</c:v>
                </c:pt>
                <c:pt idx="172">
                  <c:v>19</c:v>
                </c:pt>
                <c:pt idx="173">
                  <c:v>19.25</c:v>
                </c:pt>
                <c:pt idx="174">
                  <c:v>19.5</c:v>
                </c:pt>
                <c:pt idx="175">
                  <c:v>19.75</c:v>
                </c:pt>
                <c:pt idx="176">
                  <c:v>20</c:v>
                </c:pt>
                <c:pt idx="177">
                  <c:v>20.25</c:v>
                </c:pt>
                <c:pt idx="178">
                  <c:v>20.5</c:v>
                </c:pt>
                <c:pt idx="179">
                  <c:v>20.75</c:v>
                </c:pt>
                <c:pt idx="180">
                  <c:v>21</c:v>
                </c:pt>
                <c:pt idx="181">
                  <c:v>21.25</c:v>
                </c:pt>
                <c:pt idx="182">
                  <c:v>21.5</c:v>
                </c:pt>
                <c:pt idx="183">
                  <c:v>21.75</c:v>
                </c:pt>
                <c:pt idx="184">
                  <c:v>22</c:v>
                </c:pt>
                <c:pt idx="185">
                  <c:v>22.25</c:v>
                </c:pt>
                <c:pt idx="186">
                  <c:v>22.5</c:v>
                </c:pt>
                <c:pt idx="187">
                  <c:v>22.75</c:v>
                </c:pt>
                <c:pt idx="188">
                  <c:v>23</c:v>
                </c:pt>
                <c:pt idx="189">
                  <c:v>23.25</c:v>
                </c:pt>
                <c:pt idx="190">
                  <c:v>23.5</c:v>
                </c:pt>
                <c:pt idx="191">
                  <c:v>23.75</c:v>
                </c:pt>
              </c:numCache>
            </c:numRef>
          </c:xVal>
          <c:yVal>
            <c:numRef>
              <c:f>'Chart Data'!$H$2:$H$193</c:f>
              <c:numCache>
                <c:formatCode>General</c:formatCode>
                <c:ptCount val="192"/>
                <c:pt idx="0">
                  <c:v>0.320643187831</c:v>
                </c:pt>
                <c:pt idx="1">
                  <c:v>0.275338955026</c:v>
                </c:pt>
                <c:pt idx="2">
                  <c:v>0.467757936508</c:v>
                </c:pt>
                <c:pt idx="3">
                  <c:v>0.435557208995</c:v>
                </c:pt>
                <c:pt idx="4">
                  <c:v>0.43857473545</c:v>
                </c:pt>
                <c:pt idx="5">
                  <c:v>0.398189484127</c:v>
                </c:pt>
                <c:pt idx="6">
                  <c:v>0.444361772487</c:v>
                </c:pt>
                <c:pt idx="7">
                  <c:v>0.483382936508</c:v>
                </c:pt>
                <c:pt idx="8">
                  <c:v>0.508556547619</c:v>
                </c:pt>
                <c:pt idx="9">
                  <c:v>0.477719907407</c:v>
                </c:pt>
                <c:pt idx="10">
                  <c:v>0.365988756614</c:v>
                </c:pt>
                <c:pt idx="11">
                  <c:v>0.301297949735</c:v>
                </c:pt>
                <c:pt idx="12">
                  <c:v>0.265749007937</c:v>
                </c:pt>
                <c:pt idx="13">
                  <c:v>0.136780753968</c:v>
                </c:pt>
                <c:pt idx="14">
                  <c:v>0.17328042328</c:v>
                </c:pt>
                <c:pt idx="15">
                  <c:v>0.0666335978836</c:v>
                </c:pt>
                <c:pt idx="16">
                  <c:v>0.343708664021</c:v>
                </c:pt>
                <c:pt idx="17">
                  <c:v>0.36470734127</c:v>
                </c:pt>
                <c:pt idx="18">
                  <c:v>0.406001984127</c:v>
                </c:pt>
                <c:pt idx="19">
                  <c:v>0.387731481481</c:v>
                </c:pt>
                <c:pt idx="20">
                  <c:v>0.431382275132</c:v>
                </c:pt>
                <c:pt idx="21">
                  <c:v>0.354497354497</c:v>
                </c:pt>
                <c:pt idx="22">
                  <c:v>0.341187169312</c:v>
                </c:pt>
                <c:pt idx="23">
                  <c:v>0.461722883598</c:v>
                </c:pt>
                <c:pt idx="24">
                  <c:v>0.37462797619</c:v>
                </c:pt>
                <c:pt idx="25">
                  <c:v>0.295552248677</c:v>
                </c:pt>
                <c:pt idx="26">
                  <c:v>0.365947420635</c:v>
                </c:pt>
                <c:pt idx="27">
                  <c:v>0.488591269841</c:v>
                </c:pt>
                <c:pt idx="28">
                  <c:v>0.312789351852</c:v>
                </c:pt>
                <c:pt idx="29">
                  <c:v>0.263971560847</c:v>
                </c:pt>
                <c:pt idx="30">
                  <c:v>0.518063822751</c:v>
                </c:pt>
                <c:pt idx="31">
                  <c:v>0.338996362434</c:v>
                </c:pt>
                <c:pt idx="32">
                  <c:v>0.255456349206</c:v>
                </c:pt>
                <c:pt idx="33">
                  <c:v>0.448908730159</c:v>
                </c:pt>
                <c:pt idx="34">
                  <c:v>0.487805886243</c:v>
                </c:pt>
                <c:pt idx="35">
                  <c:v>0.195147156085</c:v>
                </c:pt>
                <c:pt idx="36">
                  <c:v>0.184895833333</c:v>
                </c:pt>
                <c:pt idx="37">
                  <c:v>0.173611111111</c:v>
                </c:pt>
                <c:pt idx="38">
                  <c:v>0.143270502646</c:v>
                </c:pt>
                <c:pt idx="39">
                  <c:v>0.245701058201</c:v>
                </c:pt>
                <c:pt idx="40">
                  <c:v>0.240203373016</c:v>
                </c:pt>
                <c:pt idx="41">
                  <c:v>0.288029100529</c:v>
                </c:pt>
                <c:pt idx="42">
                  <c:v>0.303943452381</c:v>
                </c:pt>
                <c:pt idx="43">
                  <c:v>0.398313492063</c:v>
                </c:pt>
                <c:pt idx="44">
                  <c:v>0.255415013228</c:v>
                </c:pt>
                <c:pt idx="45">
                  <c:v>0.305927579365</c:v>
                </c:pt>
                <c:pt idx="46">
                  <c:v>0.306878306878</c:v>
                </c:pt>
                <c:pt idx="47">
                  <c:v>0.178902116402</c:v>
                </c:pt>
                <c:pt idx="48">
                  <c:v>0.0846974206349</c:v>
                </c:pt>
                <c:pt idx="49">
                  <c:v>0.629009589947</c:v>
                </c:pt>
                <c:pt idx="50">
                  <c:v>0.42828207672</c:v>
                </c:pt>
                <c:pt idx="51">
                  <c:v>0.309689153439</c:v>
                </c:pt>
                <c:pt idx="52">
                  <c:v>0.292865410053</c:v>
                </c:pt>
                <c:pt idx="53">
                  <c:v>0.327339616402</c:v>
                </c:pt>
                <c:pt idx="54">
                  <c:v>0.30005787037</c:v>
                </c:pt>
                <c:pt idx="55">
                  <c:v>0.186921296296</c:v>
                </c:pt>
                <c:pt idx="56">
                  <c:v>0.154348544974</c:v>
                </c:pt>
                <c:pt idx="57">
                  <c:v>0.181299603175</c:v>
                </c:pt>
                <c:pt idx="58">
                  <c:v>0.112268518519</c:v>
                </c:pt>
                <c:pt idx="59">
                  <c:v>0.042080026455</c:v>
                </c:pt>
                <c:pt idx="60">
                  <c:v>0.0407159391534</c:v>
                </c:pt>
                <c:pt idx="61">
                  <c:v>0.0179811507937</c:v>
                </c:pt>
                <c:pt idx="62">
                  <c:v>0.0341435185185</c:v>
                </c:pt>
                <c:pt idx="63">
                  <c:v>0.0498511904762</c:v>
                </c:pt>
                <c:pt idx="64">
                  <c:v>0.0138062169312</c:v>
                </c:pt>
                <c:pt idx="65">
                  <c:v>0.0424107142857</c:v>
                </c:pt>
                <c:pt idx="66">
                  <c:v>0.025710978836</c:v>
                </c:pt>
                <c:pt idx="67">
                  <c:v>0.0363343253968</c:v>
                </c:pt>
                <c:pt idx="68">
                  <c:v>0.0890790343915</c:v>
                </c:pt>
                <c:pt idx="69">
                  <c:v>0.15625</c:v>
                </c:pt>
                <c:pt idx="70">
                  <c:v>0.191385582011</c:v>
                </c:pt>
                <c:pt idx="71">
                  <c:v>0.191096230159</c:v>
                </c:pt>
                <c:pt idx="72">
                  <c:v>0.634383267196</c:v>
                </c:pt>
                <c:pt idx="73">
                  <c:v>0.622189153439</c:v>
                </c:pt>
                <c:pt idx="74">
                  <c:v>0.569196428571</c:v>
                </c:pt>
                <c:pt idx="75">
                  <c:v>0.642319775132</c:v>
                </c:pt>
                <c:pt idx="76">
                  <c:v>0.641782407407</c:v>
                </c:pt>
                <c:pt idx="77">
                  <c:v>0.242146164021</c:v>
                </c:pt>
                <c:pt idx="78">
                  <c:v>0.273685515873</c:v>
                </c:pt>
                <c:pt idx="79">
                  <c:v>0.274057539683</c:v>
                </c:pt>
                <c:pt idx="80">
                  <c:v>0.146164021164</c:v>
                </c:pt>
                <c:pt idx="81">
                  <c:v>0.244502314815</c:v>
                </c:pt>
                <c:pt idx="82">
                  <c:v>0.332547949735</c:v>
                </c:pt>
                <c:pt idx="83">
                  <c:v>0.234912367725</c:v>
                </c:pt>
                <c:pt idx="84">
                  <c:v>0.21697255291</c:v>
                </c:pt>
                <c:pt idx="85">
                  <c:v>0.246899801587</c:v>
                </c:pt>
                <c:pt idx="86">
                  <c:v>0.127314814815</c:v>
                </c:pt>
                <c:pt idx="87">
                  <c:v>0.168402777778</c:v>
                </c:pt>
                <c:pt idx="88">
                  <c:v>0.28587962963</c:v>
                </c:pt>
                <c:pt idx="89">
                  <c:v>0.298032407407</c:v>
                </c:pt>
                <c:pt idx="90">
                  <c:v>0.665095899471</c:v>
                </c:pt>
                <c:pt idx="91">
                  <c:v>0.430968915344</c:v>
                </c:pt>
                <c:pt idx="92">
                  <c:v>0.297453703704</c:v>
                </c:pt>
                <c:pt idx="93">
                  <c:v>0.261202050265</c:v>
                </c:pt>
                <c:pt idx="94">
                  <c:v>0.214409722222</c:v>
                </c:pt>
                <c:pt idx="95">
                  <c:v>0.872974537037</c:v>
                </c:pt>
                <c:pt idx="96">
                  <c:v>1</c:v>
                </c:pt>
                <c:pt idx="97">
                  <c:v>1</c:v>
                </c:pt>
                <c:pt idx="98">
                  <c:v>1</c:v>
                </c:pt>
                <c:pt idx="99">
                  <c:v>0.438740079365</c:v>
                </c:pt>
                <c:pt idx="100">
                  <c:v>0.832010582011</c:v>
                </c:pt>
                <c:pt idx="101">
                  <c:v>0.787326388889</c:v>
                </c:pt>
                <c:pt idx="102">
                  <c:v>0.895667989418</c:v>
                </c:pt>
                <c:pt idx="103">
                  <c:v>0.60759755291</c:v>
                </c:pt>
                <c:pt idx="104">
                  <c:v>0.819113756614</c:v>
                </c:pt>
                <c:pt idx="105">
                  <c:v>0.682250330688</c:v>
                </c:pt>
                <c:pt idx="106">
                  <c:v>0.764054232804</c:v>
                </c:pt>
                <c:pt idx="107">
                  <c:v>0.680720899471</c:v>
                </c:pt>
                <c:pt idx="108">
                  <c:v>0.763723544974</c:v>
                </c:pt>
                <c:pt idx="109">
                  <c:v>0.641782407407</c:v>
                </c:pt>
                <c:pt idx="110">
                  <c:v>0.77166005291</c:v>
                </c:pt>
                <c:pt idx="111">
                  <c:v>0.931630291005</c:v>
                </c:pt>
                <c:pt idx="112">
                  <c:v>0.962797619048</c:v>
                </c:pt>
                <c:pt idx="113">
                  <c:v>0.673032407407</c:v>
                </c:pt>
                <c:pt idx="114">
                  <c:v>0.88388723545</c:v>
                </c:pt>
                <c:pt idx="115">
                  <c:v>0.893187830688</c:v>
                </c:pt>
                <c:pt idx="116">
                  <c:v>0.691674933862</c:v>
                </c:pt>
                <c:pt idx="117">
                  <c:v>0.785796957672</c:v>
                </c:pt>
                <c:pt idx="118">
                  <c:v>0.837673611111</c:v>
                </c:pt>
                <c:pt idx="119">
                  <c:v>0.96556712963</c:v>
                </c:pt>
                <c:pt idx="120">
                  <c:v>0.954117063492</c:v>
                </c:pt>
                <c:pt idx="121">
                  <c:v>0.705109126984</c:v>
                </c:pt>
                <c:pt idx="122">
                  <c:v>0.837136243386</c:v>
                </c:pt>
                <c:pt idx="123">
                  <c:v>0.844659391534</c:v>
                </c:pt>
                <c:pt idx="124">
                  <c:v>0.906663359788</c:v>
                </c:pt>
                <c:pt idx="125">
                  <c:v>0.739624669312</c:v>
                </c:pt>
                <c:pt idx="126">
                  <c:v>0.896288029101</c:v>
                </c:pt>
                <c:pt idx="127">
                  <c:v>0.658151455026</c:v>
                </c:pt>
                <c:pt idx="128">
                  <c:v>0.89951223545</c:v>
                </c:pt>
                <c:pt idx="129">
                  <c:v>0.874503968254</c:v>
                </c:pt>
                <c:pt idx="130">
                  <c:v>0.666956018519</c:v>
                </c:pt>
                <c:pt idx="131">
                  <c:v>0.949363425926</c:v>
                </c:pt>
                <c:pt idx="132">
                  <c:v>0.880291005291</c:v>
                </c:pt>
                <c:pt idx="133">
                  <c:v>0.836764219577</c:v>
                </c:pt>
                <c:pt idx="134">
                  <c:v>0.791997354497</c:v>
                </c:pt>
                <c:pt idx="135">
                  <c:v>0.983589616402</c:v>
                </c:pt>
                <c:pt idx="136">
                  <c:v>0.894841269841</c:v>
                </c:pt>
                <c:pt idx="137">
                  <c:v>0.922040343915</c:v>
                </c:pt>
                <c:pt idx="138">
                  <c:v>0.734044312169</c:v>
                </c:pt>
                <c:pt idx="139">
                  <c:v>0.630869708995</c:v>
                </c:pt>
                <c:pt idx="140">
                  <c:v>0.667741402116</c:v>
                </c:pt>
                <c:pt idx="141">
                  <c:v>0.990575396825</c:v>
                </c:pt>
                <c:pt idx="142">
                  <c:v>0.957423941799</c:v>
                </c:pt>
                <c:pt idx="143">
                  <c:v>0.959656084656</c:v>
                </c:pt>
                <c:pt idx="144">
                  <c:v>0.945436507937</c:v>
                </c:pt>
                <c:pt idx="145">
                  <c:v>0.925016534392</c:v>
                </c:pt>
                <c:pt idx="146">
                  <c:v>0.0634507275132</c:v>
                </c:pt>
                <c:pt idx="147">
                  <c:v>0.078125</c:v>
                </c:pt>
                <c:pt idx="148">
                  <c:v>0.0702711640212</c:v>
                </c:pt>
                <c:pt idx="149">
                  <c:v>0.153563161376</c:v>
                </c:pt>
                <c:pt idx="150">
                  <c:v>0.467220568783</c:v>
                </c:pt>
                <c:pt idx="151">
                  <c:v>0.486441798942</c:v>
                </c:pt>
                <c:pt idx="152">
                  <c:v>0.380952380952</c:v>
                </c:pt>
                <c:pt idx="153">
                  <c:v>0.324776785714</c:v>
                </c:pt>
                <c:pt idx="154">
                  <c:v>0.422908399471</c:v>
                </c:pt>
                <c:pt idx="155">
                  <c:v>0.445353835979</c:v>
                </c:pt>
                <c:pt idx="156">
                  <c:v>0.284391534392</c:v>
                </c:pt>
                <c:pt idx="157">
                  <c:v>0.124049272487</c:v>
                </c:pt>
                <c:pt idx="158">
                  <c:v>0.281167328042</c:v>
                </c:pt>
                <c:pt idx="159">
                  <c:v>0.370205026455</c:v>
                </c:pt>
                <c:pt idx="160">
                  <c:v>0.261946097884</c:v>
                </c:pt>
                <c:pt idx="161">
                  <c:v>0.270502645503</c:v>
                </c:pt>
                <c:pt idx="162">
                  <c:v>0.348586309524</c:v>
                </c:pt>
                <c:pt idx="163">
                  <c:v>0.446221891534</c:v>
                </c:pt>
                <c:pt idx="164">
                  <c:v>0.493510251323</c:v>
                </c:pt>
                <c:pt idx="165">
                  <c:v>0.515873015873</c:v>
                </c:pt>
                <c:pt idx="166">
                  <c:v>0.601893187831</c:v>
                </c:pt>
                <c:pt idx="167">
                  <c:v>0.254753637566</c:v>
                </c:pt>
                <c:pt idx="168">
                  <c:v>0.32316468254</c:v>
                </c:pt>
                <c:pt idx="169">
                  <c:v>0.985367063492</c:v>
                </c:pt>
                <c:pt idx="170">
                  <c:v>0.34056712963</c:v>
                </c:pt>
                <c:pt idx="171">
                  <c:v>0.174561838624</c:v>
                </c:pt>
                <c:pt idx="172">
                  <c:v>0.32316468254</c:v>
                </c:pt>
                <c:pt idx="173">
                  <c:v>0.308366402116</c:v>
                </c:pt>
                <c:pt idx="174">
                  <c:v>0.218171296296</c:v>
                </c:pt>
                <c:pt idx="175">
                  <c:v>0.195147156085</c:v>
                </c:pt>
                <c:pt idx="176">
                  <c:v>0.119998346561</c:v>
                </c:pt>
                <c:pt idx="177">
                  <c:v>0.187541335979</c:v>
                </c:pt>
                <c:pt idx="178">
                  <c:v>0.206597222222</c:v>
                </c:pt>
                <c:pt idx="179">
                  <c:v>0.176793981481</c:v>
                </c:pt>
                <c:pt idx="180">
                  <c:v>0.178199404762</c:v>
                </c:pt>
                <c:pt idx="181">
                  <c:v>0.209036044974</c:v>
                </c:pt>
                <c:pt idx="182">
                  <c:v>0.184771825397</c:v>
                </c:pt>
                <c:pt idx="183">
                  <c:v>0.169105489418</c:v>
                </c:pt>
                <c:pt idx="184">
                  <c:v>0.104786706349</c:v>
                </c:pt>
                <c:pt idx="185">
                  <c:v>0.178034060847</c:v>
                </c:pt>
                <c:pt idx="186">
                  <c:v>0.540509259259</c:v>
                </c:pt>
                <c:pt idx="187">
                  <c:v>0.200727513228</c:v>
                </c:pt>
                <c:pt idx="188">
                  <c:v>0.199528769841</c:v>
                </c:pt>
                <c:pt idx="189">
                  <c:v>0.266451719577</c:v>
                </c:pt>
                <c:pt idx="190">
                  <c:v>0.271742724868</c:v>
                </c:pt>
                <c:pt idx="191">
                  <c:v>0.450107473545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5"/>
        </c:scaling>
        <c:delete val="0"/>
        <c:axPos val="l"/>
        <c:majorGridlines>
          <c:spPr>
            <a:ln xmlns:a="http://schemas.openxmlformats.org/drawingml/2006/main" w="9525">
              <a:solidFill>
                <a:srgbClr val="E6EEF2"/>
              </a:solidFill>
            </a:ln>
          </c:spPr>
        </c:majorGridlines>
        <c:title>
          <c:tx>
            <c:rich>
              <a:bodyPr xmlns:a="http://schemas.openxmlformats.org/drawingml/2006/main"/>
              <a:lstStyle xmlns:a="http://schemas.openxmlformats.org/drawingml/2006/main"/>
              <a:p xmlns:a="http://schemas.openxmlformats.org/drawingml/2006/main">
                <a:r>
                  <a:rPr sz="1425">
                    <a:solidFill>
                      <a:srgbClr val="233B4D"/>
                    </a:solidFill>
                    <a:latin typeface="Arial"/>
                    <a:ea typeface="Arial"/>
                    <a:cs typeface="Arial"/>
                  </a:rPr>
                  <a:t>Percentile</a:t>
                </a:r>
              </a:p>
            </c:rich>
          </c:tx>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37786"/>
                </a:solidFill>
                <a:latin typeface="Arial"/>
                <a:ea typeface="Arial"/>
                <a:cs typeface="Arial"/>
              </a:defRPr>
            </a:pPr>
          </a:p>
        </c:txPr>
        <c:crossAx val="48650112"/>
      </c:valAx>
      <c:valAx>
        <c:axId val="48650112"/>
        <c:scaling>
          <c:orientation val="minMax"/>
          <c:max val="24"/>
          <c:min val="-24"/>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37786"/>
                </a:solidFill>
                <a:latin typeface="Arial"/>
                <a:ea typeface="Arial"/>
                <a:cs typeface="Arial"/>
              </a:defRPr>
            </a:pPr>
          </a:p>
        </c:txPr>
        <c:crossAx val="48672768"/>
        <c:majorUnit val="6"/>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legend>
    <c:plotVisOnly val="1"/>
    <c:dispBlanksAs val="gap"/>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Cases</c:v>
          </c:tx>
          <c:spPr>
            <a:solidFill xmlns:a="http://schemas.openxmlformats.org/drawingml/2006/main">
              <a:srgbClr val="477EBA"/>
            </a:solidFill>
          </c:spPr>
          <c:cat>
            <c:strRef>
              <c:f>'Chart Data'!$A$2:$A$5</c:f>
              <c:strCache>
                <c:ptCount val="4"/>
                <c:pt idx="0">
                  <c:v>Four-model agreement</c:v>
                </c:pt>
                <c:pt idx="1">
                  <c:v>Three-model agreement</c:v>
                </c:pt>
                <c:pt idx="2">
                  <c:v>Single-model alerts</c:v>
                </c:pt>
                <c:pt idx="3">
                  <c:v>Long events</c:v>
                </c:pt>
              </c:strCache>
            </c:strRef>
          </c:cat>
          <c:val>
            <c:numRef>
              <c:f>'Chart Data'!$B$2:$B$5</c:f>
              <c:numCache>
                <c:formatCode>0</c:formatCode>
                <c:ptCount val="4"/>
                <c:pt idx="0">
                  <c:v>6</c:v>
                </c:pt>
                <c:pt idx="1">
                  <c:v>6</c:v>
                </c:pt>
                <c:pt idx="2">
                  <c:v>21</c:v>
                </c:pt>
                <c:pt idx="3">
                  <c:v>8</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6EEF2"/>
            </a:solidFill>
          </a:ln>
        </c:spPr>
        <c:txPr>
          <a:bodyPr xmlns:a="http://schemas.openxmlformats.org/drawingml/2006/main" anchorCtr="1"/>
          <a:lstStyle xmlns:a="http://schemas.openxmlformats.org/drawingml/2006/main"/>
          <a:p xmlns:a="http://schemas.openxmlformats.org/drawingml/2006/main">
            <a:pPr>
              <a:defRPr sz="1650">
                <a:solidFill>
                  <a:srgbClr val="233B4D"/>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9525">
              <a:solidFill>
                <a:srgbClr val="E6EEF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3778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Original real power</c:v>
          </c:tx>
          <c:spPr>
            <a:ln xmlns:a="http://schemas.openxmlformats.org/drawingml/2006/main" w="23813">
              <a:solidFill>
                <a:srgbClr val="477EBA"/>
              </a:solidFill>
            </a:ln>
          </c:spPr>
          <c:marker>
            <c:symbol val="none"/>
          </c:marker>
          <c:xVal>
            <c:numRef>
              <c:f>'Chart Data'!$A$2:$A$290</c:f>
              <c:numCache>
                <c:formatCode>0.00</c:formatCode>
                <c:ptCount val="289"/>
                <c:pt idx="0">
                  <c:v>-12</c:v>
                </c:pt>
                <c:pt idx="1">
                  <c:v>-11.9166666667</c:v>
                </c:pt>
                <c:pt idx="2">
                  <c:v>-11.8333333333</c:v>
                </c:pt>
                <c:pt idx="3">
                  <c:v>-11.75</c:v>
                </c:pt>
                <c:pt idx="4">
                  <c:v>-11.6666666667</c:v>
                </c:pt>
                <c:pt idx="5">
                  <c:v>-11.5833333333</c:v>
                </c:pt>
                <c:pt idx="6">
                  <c:v>-11.5</c:v>
                </c:pt>
                <c:pt idx="7">
                  <c:v>-11.4166666667</c:v>
                </c:pt>
                <c:pt idx="8">
                  <c:v>-11.3333333333</c:v>
                </c:pt>
                <c:pt idx="9">
                  <c:v>-11.25</c:v>
                </c:pt>
                <c:pt idx="10">
                  <c:v>-11.1666666667</c:v>
                </c:pt>
                <c:pt idx="11">
                  <c:v>-11.0833333333</c:v>
                </c:pt>
                <c:pt idx="12">
                  <c:v>-11</c:v>
                </c:pt>
                <c:pt idx="13">
                  <c:v>-10.9166666667</c:v>
                </c:pt>
                <c:pt idx="14">
                  <c:v>-10.8333333333</c:v>
                </c:pt>
                <c:pt idx="15">
                  <c:v>-10.75</c:v>
                </c:pt>
                <c:pt idx="16">
                  <c:v>-10.6666666667</c:v>
                </c:pt>
                <c:pt idx="17">
                  <c:v>-10.5833333333</c:v>
                </c:pt>
                <c:pt idx="18">
                  <c:v>-10.5</c:v>
                </c:pt>
                <c:pt idx="19">
                  <c:v>-10.4166666667</c:v>
                </c:pt>
                <c:pt idx="20">
                  <c:v>-10.3333333333</c:v>
                </c:pt>
                <c:pt idx="21">
                  <c:v>-10.25</c:v>
                </c:pt>
                <c:pt idx="22">
                  <c:v>-10.1666666667</c:v>
                </c:pt>
                <c:pt idx="23">
                  <c:v>-10.0833333333</c:v>
                </c:pt>
                <c:pt idx="24">
                  <c:v>-10</c:v>
                </c:pt>
                <c:pt idx="25">
                  <c:v>-9.91666666667</c:v>
                </c:pt>
                <c:pt idx="26">
                  <c:v>-9.83333333333</c:v>
                </c:pt>
                <c:pt idx="27">
                  <c:v>-9.75</c:v>
                </c:pt>
                <c:pt idx="28">
                  <c:v>-9.66666666667</c:v>
                </c:pt>
                <c:pt idx="29">
                  <c:v>-9.58333333333</c:v>
                </c:pt>
                <c:pt idx="30">
                  <c:v>-9.5</c:v>
                </c:pt>
                <c:pt idx="31">
                  <c:v>-9.41666666667</c:v>
                </c:pt>
                <c:pt idx="32">
                  <c:v>-9.33333333333</c:v>
                </c:pt>
                <c:pt idx="33">
                  <c:v>-9.25</c:v>
                </c:pt>
                <c:pt idx="34">
                  <c:v>-9.16666666667</c:v>
                </c:pt>
                <c:pt idx="35">
                  <c:v>-9.08333333333</c:v>
                </c:pt>
                <c:pt idx="36">
                  <c:v>-9</c:v>
                </c:pt>
                <c:pt idx="37">
                  <c:v>-8.91666666667</c:v>
                </c:pt>
                <c:pt idx="38">
                  <c:v>-8.83333333333</c:v>
                </c:pt>
                <c:pt idx="39">
                  <c:v>-8.75</c:v>
                </c:pt>
                <c:pt idx="40">
                  <c:v>-8.66666666667</c:v>
                </c:pt>
                <c:pt idx="41">
                  <c:v>-8.58333333333</c:v>
                </c:pt>
                <c:pt idx="42">
                  <c:v>-8.5</c:v>
                </c:pt>
                <c:pt idx="43">
                  <c:v>-8.41666666667</c:v>
                </c:pt>
                <c:pt idx="44">
                  <c:v>-8.33333333333</c:v>
                </c:pt>
                <c:pt idx="45">
                  <c:v>-8.25</c:v>
                </c:pt>
                <c:pt idx="46">
                  <c:v>-8.16666666667</c:v>
                </c:pt>
                <c:pt idx="47">
                  <c:v>-8.08333333333</c:v>
                </c:pt>
                <c:pt idx="48">
                  <c:v>-8</c:v>
                </c:pt>
                <c:pt idx="49">
                  <c:v>-7.91666666667</c:v>
                </c:pt>
                <c:pt idx="50">
                  <c:v>-7.83333333333</c:v>
                </c:pt>
                <c:pt idx="51">
                  <c:v>-7.75</c:v>
                </c:pt>
                <c:pt idx="52">
                  <c:v>-7.66666666667</c:v>
                </c:pt>
                <c:pt idx="53">
                  <c:v>-7.58333333333</c:v>
                </c:pt>
                <c:pt idx="54">
                  <c:v>-7.5</c:v>
                </c:pt>
                <c:pt idx="55">
                  <c:v>-7.41666666667</c:v>
                </c:pt>
                <c:pt idx="56">
                  <c:v>-7.33333333333</c:v>
                </c:pt>
                <c:pt idx="57">
                  <c:v>-7.25</c:v>
                </c:pt>
                <c:pt idx="58">
                  <c:v>-7.16666666667</c:v>
                </c:pt>
                <c:pt idx="59">
                  <c:v>-7.08333333333</c:v>
                </c:pt>
                <c:pt idx="60">
                  <c:v>-7</c:v>
                </c:pt>
                <c:pt idx="61">
                  <c:v>-6.91666666667</c:v>
                </c:pt>
                <c:pt idx="62">
                  <c:v>-6.83333333333</c:v>
                </c:pt>
                <c:pt idx="63">
                  <c:v>-6.75</c:v>
                </c:pt>
                <c:pt idx="64">
                  <c:v>-6.66666666667</c:v>
                </c:pt>
                <c:pt idx="65">
                  <c:v>-6.58333333333</c:v>
                </c:pt>
                <c:pt idx="66">
                  <c:v>-6.5</c:v>
                </c:pt>
                <c:pt idx="67">
                  <c:v>-6.41666666667</c:v>
                </c:pt>
                <c:pt idx="68">
                  <c:v>-6.33333333333</c:v>
                </c:pt>
                <c:pt idx="69">
                  <c:v>-6.25</c:v>
                </c:pt>
                <c:pt idx="70">
                  <c:v>-6.16666666667</c:v>
                </c:pt>
                <c:pt idx="71">
                  <c:v>-6.08333333333</c:v>
                </c:pt>
                <c:pt idx="72">
                  <c:v>-6</c:v>
                </c:pt>
                <c:pt idx="73">
                  <c:v>-5.91666666667</c:v>
                </c:pt>
                <c:pt idx="74">
                  <c:v>-5.83333333333</c:v>
                </c:pt>
                <c:pt idx="75">
                  <c:v>-5.75</c:v>
                </c:pt>
                <c:pt idx="76">
                  <c:v>-5.66666666667</c:v>
                </c:pt>
                <c:pt idx="77">
                  <c:v>-5.58333333333</c:v>
                </c:pt>
                <c:pt idx="78">
                  <c:v>-5.5</c:v>
                </c:pt>
                <c:pt idx="79">
                  <c:v>-5.41666666667</c:v>
                </c:pt>
                <c:pt idx="80">
                  <c:v>-5.33333333333</c:v>
                </c:pt>
                <c:pt idx="81">
                  <c:v>-5.25</c:v>
                </c:pt>
                <c:pt idx="82">
                  <c:v>-5.16666666667</c:v>
                </c:pt>
                <c:pt idx="83">
                  <c:v>-5.08333333333</c:v>
                </c:pt>
                <c:pt idx="84">
                  <c:v>-5</c:v>
                </c:pt>
                <c:pt idx="85">
                  <c:v>-4.91666666667</c:v>
                </c:pt>
                <c:pt idx="86">
                  <c:v>-4.83333333333</c:v>
                </c:pt>
                <c:pt idx="87">
                  <c:v>-4.75</c:v>
                </c:pt>
                <c:pt idx="88">
                  <c:v>-4.66666666667</c:v>
                </c:pt>
                <c:pt idx="89">
                  <c:v>-4.58333333333</c:v>
                </c:pt>
                <c:pt idx="90">
                  <c:v>-4.5</c:v>
                </c:pt>
                <c:pt idx="91">
                  <c:v>-4.41666666667</c:v>
                </c:pt>
                <c:pt idx="92">
                  <c:v>-4.33333333333</c:v>
                </c:pt>
                <c:pt idx="93">
                  <c:v>-4.25</c:v>
                </c:pt>
                <c:pt idx="94">
                  <c:v>-4.16666666667</c:v>
                </c:pt>
                <c:pt idx="95">
                  <c:v>-4.08333333333</c:v>
                </c:pt>
                <c:pt idx="96">
                  <c:v>-4</c:v>
                </c:pt>
                <c:pt idx="97">
                  <c:v>-3.91666666667</c:v>
                </c:pt>
                <c:pt idx="98">
                  <c:v>-3.83333333333</c:v>
                </c:pt>
                <c:pt idx="99">
                  <c:v>-3.75</c:v>
                </c:pt>
                <c:pt idx="100">
                  <c:v>-3.66666666667</c:v>
                </c:pt>
                <c:pt idx="101">
                  <c:v>-3.58333333333</c:v>
                </c:pt>
                <c:pt idx="102">
                  <c:v>-3.5</c:v>
                </c:pt>
                <c:pt idx="103">
                  <c:v>-3.41666666667</c:v>
                </c:pt>
                <c:pt idx="104">
                  <c:v>-3.33333333333</c:v>
                </c:pt>
                <c:pt idx="105">
                  <c:v>-3.25</c:v>
                </c:pt>
                <c:pt idx="106">
                  <c:v>-3.16666666667</c:v>
                </c:pt>
                <c:pt idx="107">
                  <c:v>-3.08333333333</c:v>
                </c:pt>
                <c:pt idx="108">
                  <c:v>-3</c:v>
                </c:pt>
                <c:pt idx="109">
                  <c:v>-2.91666666667</c:v>
                </c:pt>
                <c:pt idx="110">
                  <c:v>-2.83333333333</c:v>
                </c:pt>
                <c:pt idx="111">
                  <c:v>-2.75</c:v>
                </c:pt>
                <c:pt idx="112">
                  <c:v>-2.66666666667</c:v>
                </c:pt>
                <c:pt idx="113">
                  <c:v>-2.58333333333</c:v>
                </c:pt>
                <c:pt idx="114">
                  <c:v>-2.5</c:v>
                </c:pt>
                <c:pt idx="115">
                  <c:v>-2.41666666667</c:v>
                </c:pt>
                <c:pt idx="116">
                  <c:v>-2.33333333333</c:v>
                </c:pt>
                <c:pt idx="117">
                  <c:v>-2.25</c:v>
                </c:pt>
                <c:pt idx="118">
                  <c:v>-2.16666666667</c:v>
                </c:pt>
                <c:pt idx="119">
                  <c:v>-2.08333333333</c:v>
                </c:pt>
                <c:pt idx="120">
                  <c:v>-2</c:v>
                </c:pt>
                <c:pt idx="121">
                  <c:v>-1.91666666667</c:v>
                </c:pt>
                <c:pt idx="122">
                  <c:v>-1.83333333333</c:v>
                </c:pt>
                <c:pt idx="123">
                  <c:v>-1.75</c:v>
                </c:pt>
                <c:pt idx="124">
                  <c:v>-1.66666666667</c:v>
                </c:pt>
                <c:pt idx="125">
                  <c:v>-1.58333333333</c:v>
                </c:pt>
                <c:pt idx="126">
                  <c:v>-1.5</c:v>
                </c:pt>
                <c:pt idx="127">
                  <c:v>-1.41666666667</c:v>
                </c:pt>
                <c:pt idx="128">
                  <c:v>-1.33333333333</c:v>
                </c:pt>
                <c:pt idx="129">
                  <c:v>-1.25</c:v>
                </c:pt>
                <c:pt idx="130">
                  <c:v>-1.16666666667</c:v>
                </c:pt>
                <c:pt idx="131">
                  <c:v>-1.08333333333</c:v>
                </c:pt>
                <c:pt idx="132">
                  <c:v>-1</c:v>
                </c:pt>
                <c:pt idx="133">
                  <c:v>-0.916666666667</c:v>
                </c:pt>
                <c:pt idx="134">
                  <c:v>-0.833333333333</c:v>
                </c:pt>
                <c:pt idx="135">
                  <c:v>-0.75</c:v>
                </c:pt>
                <c:pt idx="136">
                  <c:v>-0.666666666667</c:v>
                </c:pt>
                <c:pt idx="137">
                  <c:v>-0.583333333333</c:v>
                </c:pt>
                <c:pt idx="138">
                  <c:v>-0.5</c:v>
                </c:pt>
                <c:pt idx="139">
                  <c:v>-0.416666666667</c:v>
                </c:pt>
                <c:pt idx="140">
                  <c:v>-0.333333333333</c:v>
                </c:pt>
                <c:pt idx="141">
                  <c:v>-0.25</c:v>
                </c:pt>
                <c:pt idx="142">
                  <c:v>-0.166666666667</c:v>
                </c:pt>
                <c:pt idx="143">
                  <c:v>-0.0833333333333</c:v>
                </c:pt>
                <c:pt idx="144">
                  <c:v>0</c:v>
                </c:pt>
                <c:pt idx="145">
                  <c:v>0.0833333333333</c:v>
                </c:pt>
                <c:pt idx="146">
                  <c:v>0.166666666667</c:v>
                </c:pt>
                <c:pt idx="147">
                  <c:v>0.25</c:v>
                </c:pt>
                <c:pt idx="148">
                  <c:v>0.333333333333</c:v>
                </c:pt>
                <c:pt idx="149">
                  <c:v>0.416666666667</c:v>
                </c:pt>
                <c:pt idx="150">
                  <c:v>0.5</c:v>
                </c:pt>
                <c:pt idx="151">
                  <c:v>0.583333333333</c:v>
                </c:pt>
                <c:pt idx="152">
                  <c:v>0.666666666667</c:v>
                </c:pt>
                <c:pt idx="153">
                  <c:v>0.75</c:v>
                </c:pt>
                <c:pt idx="154">
                  <c:v>0.833333333333</c:v>
                </c:pt>
                <c:pt idx="155">
                  <c:v>0.916666666667</c:v>
                </c:pt>
                <c:pt idx="156">
                  <c:v>1</c:v>
                </c:pt>
                <c:pt idx="157">
                  <c:v>1.08333333333</c:v>
                </c:pt>
                <c:pt idx="158">
                  <c:v>1.16666666667</c:v>
                </c:pt>
                <c:pt idx="159">
                  <c:v>1.25</c:v>
                </c:pt>
                <c:pt idx="160">
                  <c:v>1.33333333333</c:v>
                </c:pt>
                <c:pt idx="161">
                  <c:v>1.41666666667</c:v>
                </c:pt>
                <c:pt idx="162">
                  <c:v>1.5</c:v>
                </c:pt>
                <c:pt idx="163">
                  <c:v>1.58333333333</c:v>
                </c:pt>
                <c:pt idx="164">
                  <c:v>1.66666666667</c:v>
                </c:pt>
                <c:pt idx="165">
                  <c:v>1.75</c:v>
                </c:pt>
                <c:pt idx="166">
                  <c:v>1.83333333333</c:v>
                </c:pt>
                <c:pt idx="167">
                  <c:v>1.91666666667</c:v>
                </c:pt>
                <c:pt idx="168">
                  <c:v>2</c:v>
                </c:pt>
                <c:pt idx="169">
                  <c:v>2.08333333333</c:v>
                </c:pt>
                <c:pt idx="170">
                  <c:v>2.16666666667</c:v>
                </c:pt>
                <c:pt idx="171">
                  <c:v>2.25</c:v>
                </c:pt>
                <c:pt idx="172">
                  <c:v>2.33333333333</c:v>
                </c:pt>
                <c:pt idx="173">
                  <c:v>2.41666666667</c:v>
                </c:pt>
                <c:pt idx="174">
                  <c:v>2.5</c:v>
                </c:pt>
                <c:pt idx="175">
                  <c:v>2.58333333333</c:v>
                </c:pt>
                <c:pt idx="176">
                  <c:v>2.66666666667</c:v>
                </c:pt>
                <c:pt idx="177">
                  <c:v>2.75</c:v>
                </c:pt>
                <c:pt idx="178">
                  <c:v>2.83333333333</c:v>
                </c:pt>
                <c:pt idx="179">
                  <c:v>2.91666666667</c:v>
                </c:pt>
                <c:pt idx="180">
                  <c:v>3</c:v>
                </c:pt>
                <c:pt idx="181">
                  <c:v>3.08333333333</c:v>
                </c:pt>
                <c:pt idx="182">
                  <c:v>3.16666666667</c:v>
                </c:pt>
                <c:pt idx="183">
                  <c:v>3.25</c:v>
                </c:pt>
                <c:pt idx="184">
                  <c:v>3.33333333333</c:v>
                </c:pt>
                <c:pt idx="185">
                  <c:v>3.41666666667</c:v>
                </c:pt>
                <c:pt idx="186">
                  <c:v>3.5</c:v>
                </c:pt>
                <c:pt idx="187">
                  <c:v>3.58333333333</c:v>
                </c:pt>
                <c:pt idx="188">
                  <c:v>3.66666666667</c:v>
                </c:pt>
                <c:pt idx="189">
                  <c:v>3.75</c:v>
                </c:pt>
                <c:pt idx="190">
                  <c:v>3.83333333333</c:v>
                </c:pt>
                <c:pt idx="191">
                  <c:v>3.91666666667</c:v>
                </c:pt>
                <c:pt idx="192">
                  <c:v>4</c:v>
                </c:pt>
                <c:pt idx="193">
                  <c:v>4.08333333333</c:v>
                </c:pt>
                <c:pt idx="194">
                  <c:v>4.16666666667</c:v>
                </c:pt>
                <c:pt idx="195">
                  <c:v>4.25</c:v>
                </c:pt>
                <c:pt idx="196">
                  <c:v>4.33333333333</c:v>
                </c:pt>
                <c:pt idx="197">
                  <c:v>4.41666666667</c:v>
                </c:pt>
                <c:pt idx="198">
                  <c:v>4.5</c:v>
                </c:pt>
                <c:pt idx="199">
                  <c:v>4.58333333333</c:v>
                </c:pt>
                <c:pt idx="200">
                  <c:v>4.66666666667</c:v>
                </c:pt>
                <c:pt idx="201">
                  <c:v>4.75</c:v>
                </c:pt>
                <c:pt idx="202">
                  <c:v>4.83333333333</c:v>
                </c:pt>
                <c:pt idx="203">
                  <c:v>4.91666666667</c:v>
                </c:pt>
                <c:pt idx="204">
                  <c:v>5</c:v>
                </c:pt>
                <c:pt idx="205">
                  <c:v>5.08333333333</c:v>
                </c:pt>
                <c:pt idx="206">
                  <c:v>5.16666666667</c:v>
                </c:pt>
                <c:pt idx="207">
                  <c:v>5.25</c:v>
                </c:pt>
                <c:pt idx="208">
                  <c:v>5.33333333333</c:v>
                </c:pt>
                <c:pt idx="209">
                  <c:v>5.41666666667</c:v>
                </c:pt>
                <c:pt idx="210">
                  <c:v>5.5</c:v>
                </c:pt>
                <c:pt idx="211">
                  <c:v>5.58333333333</c:v>
                </c:pt>
                <c:pt idx="212">
                  <c:v>5.66666666667</c:v>
                </c:pt>
                <c:pt idx="213">
                  <c:v>5.75</c:v>
                </c:pt>
                <c:pt idx="214">
                  <c:v>5.83333333333</c:v>
                </c:pt>
                <c:pt idx="215">
                  <c:v>5.91666666667</c:v>
                </c:pt>
                <c:pt idx="216">
                  <c:v>6</c:v>
                </c:pt>
                <c:pt idx="217">
                  <c:v>6.08333333333</c:v>
                </c:pt>
                <c:pt idx="218">
                  <c:v>6.16666666667</c:v>
                </c:pt>
                <c:pt idx="219">
                  <c:v>6.25</c:v>
                </c:pt>
                <c:pt idx="220">
                  <c:v>6.33333333333</c:v>
                </c:pt>
                <c:pt idx="221">
                  <c:v>6.41666666667</c:v>
                </c:pt>
                <c:pt idx="222">
                  <c:v>6.5</c:v>
                </c:pt>
                <c:pt idx="223">
                  <c:v>6.58333333333</c:v>
                </c:pt>
                <c:pt idx="224">
                  <c:v>6.66666666667</c:v>
                </c:pt>
                <c:pt idx="225">
                  <c:v>6.75</c:v>
                </c:pt>
                <c:pt idx="226">
                  <c:v>6.83333333333</c:v>
                </c:pt>
                <c:pt idx="227">
                  <c:v>6.91666666667</c:v>
                </c:pt>
                <c:pt idx="228">
                  <c:v>7</c:v>
                </c:pt>
                <c:pt idx="229">
                  <c:v>7.08333333333</c:v>
                </c:pt>
                <c:pt idx="230">
                  <c:v>7.16666666667</c:v>
                </c:pt>
                <c:pt idx="231">
                  <c:v>7.25</c:v>
                </c:pt>
                <c:pt idx="232">
                  <c:v>7.33333333333</c:v>
                </c:pt>
                <c:pt idx="233">
                  <c:v>7.41666666667</c:v>
                </c:pt>
                <c:pt idx="234">
                  <c:v>7.5</c:v>
                </c:pt>
                <c:pt idx="235">
                  <c:v>7.58333333333</c:v>
                </c:pt>
                <c:pt idx="236">
                  <c:v>7.66666666667</c:v>
                </c:pt>
                <c:pt idx="237">
                  <c:v>7.75</c:v>
                </c:pt>
                <c:pt idx="238">
                  <c:v>7.83333333333</c:v>
                </c:pt>
                <c:pt idx="239">
                  <c:v>7.91666666667</c:v>
                </c:pt>
                <c:pt idx="240">
                  <c:v>8</c:v>
                </c:pt>
                <c:pt idx="241">
                  <c:v>8.08333333333</c:v>
                </c:pt>
                <c:pt idx="242">
                  <c:v>8.16666666667</c:v>
                </c:pt>
                <c:pt idx="243">
                  <c:v>8.25</c:v>
                </c:pt>
                <c:pt idx="244">
                  <c:v>8.33333333333</c:v>
                </c:pt>
                <c:pt idx="245">
                  <c:v>8.41666666667</c:v>
                </c:pt>
                <c:pt idx="246">
                  <c:v>8.5</c:v>
                </c:pt>
                <c:pt idx="247">
                  <c:v>8.58333333333</c:v>
                </c:pt>
                <c:pt idx="248">
                  <c:v>8.66666666667</c:v>
                </c:pt>
                <c:pt idx="249">
                  <c:v>8.75</c:v>
                </c:pt>
                <c:pt idx="250">
                  <c:v>8.83333333333</c:v>
                </c:pt>
                <c:pt idx="251">
                  <c:v>8.91666666667</c:v>
                </c:pt>
                <c:pt idx="252">
                  <c:v>9</c:v>
                </c:pt>
                <c:pt idx="253">
                  <c:v>9.08333333333</c:v>
                </c:pt>
                <c:pt idx="254">
                  <c:v>9.16666666667</c:v>
                </c:pt>
                <c:pt idx="255">
                  <c:v>9.25</c:v>
                </c:pt>
                <c:pt idx="256">
                  <c:v>9.33333333333</c:v>
                </c:pt>
                <c:pt idx="257">
                  <c:v>9.41666666667</c:v>
                </c:pt>
                <c:pt idx="258">
                  <c:v>9.5</c:v>
                </c:pt>
                <c:pt idx="259">
                  <c:v>9.58333333333</c:v>
                </c:pt>
                <c:pt idx="260">
                  <c:v>9.66666666667</c:v>
                </c:pt>
                <c:pt idx="261">
                  <c:v>9.75</c:v>
                </c:pt>
                <c:pt idx="262">
                  <c:v>9.83333333333</c:v>
                </c:pt>
                <c:pt idx="263">
                  <c:v>9.91666666667</c:v>
                </c:pt>
                <c:pt idx="264">
                  <c:v>10</c:v>
                </c:pt>
                <c:pt idx="265">
                  <c:v>10.0833333333</c:v>
                </c:pt>
                <c:pt idx="266">
                  <c:v>10.1666666667</c:v>
                </c:pt>
                <c:pt idx="267">
                  <c:v>10.25</c:v>
                </c:pt>
                <c:pt idx="268">
                  <c:v>10.3333333333</c:v>
                </c:pt>
                <c:pt idx="269">
                  <c:v>10.4166666667</c:v>
                </c:pt>
                <c:pt idx="270">
                  <c:v>10.5</c:v>
                </c:pt>
                <c:pt idx="271">
                  <c:v>10.5833333333</c:v>
                </c:pt>
                <c:pt idx="272">
                  <c:v>10.6666666667</c:v>
                </c:pt>
                <c:pt idx="273">
                  <c:v>10.75</c:v>
                </c:pt>
                <c:pt idx="274">
                  <c:v>10.8333333333</c:v>
                </c:pt>
                <c:pt idx="275">
                  <c:v>10.9166666667</c:v>
                </c:pt>
                <c:pt idx="276">
                  <c:v>11</c:v>
                </c:pt>
                <c:pt idx="277">
                  <c:v>11.0833333333</c:v>
                </c:pt>
                <c:pt idx="278">
                  <c:v>11.1666666667</c:v>
                </c:pt>
                <c:pt idx="279">
                  <c:v>11.25</c:v>
                </c:pt>
                <c:pt idx="280">
                  <c:v>11.3333333333</c:v>
                </c:pt>
                <c:pt idx="281">
                  <c:v>11.4166666667</c:v>
                </c:pt>
                <c:pt idx="282">
                  <c:v>11.5</c:v>
                </c:pt>
                <c:pt idx="283">
                  <c:v>11.5833333333</c:v>
                </c:pt>
                <c:pt idx="284">
                  <c:v>11.6666666667</c:v>
                </c:pt>
                <c:pt idx="285">
                  <c:v>11.75</c:v>
                </c:pt>
                <c:pt idx="286">
                  <c:v>11.8333333333</c:v>
                </c:pt>
                <c:pt idx="287">
                  <c:v>11.9166666667</c:v>
                </c:pt>
                <c:pt idx="288">
                  <c:v>12</c:v>
                </c:pt>
              </c:numCache>
            </c:numRef>
          </c:xVal>
          <c:yVal>
            <c:numRef>
              <c:f>'Chart Data'!$B$2:$B$290</c:f>
              <c:numCache>
                <c:formatCode>General</c:formatCode>
                <c:ptCount val="289"/>
                <c:pt idx="0">
                  <c:v>2.01177</c:v>
                </c:pt>
                <c:pt idx="1">
                  <c:v>1.98417</c:v>
                </c:pt>
                <c:pt idx="2">
                  <c:v>1.97138</c:v>
                </c:pt>
                <c:pt idx="3">
                  <c:v>1.94134</c:v>
                </c:pt>
                <c:pt idx="4">
                  <c:v>2.02791</c:v>
                </c:pt>
                <c:pt idx="5">
                  <c:v>2.01264</c:v>
                </c:pt>
                <c:pt idx="6">
                  <c:v>2.02513</c:v>
                </c:pt>
                <c:pt idx="7">
                  <c:v>2.02168</c:v>
                </c:pt>
                <c:pt idx="8">
                  <c:v>2.03204</c:v>
                </c:pt>
                <c:pt idx="9">
                  <c:v>2.05096</c:v>
                </c:pt>
                <c:pt idx="10">
                  <c:v>2.02345</c:v>
                </c:pt>
                <c:pt idx="11">
                  <c:v>2.04017</c:v>
                </c:pt>
                <c:pt idx="12">
                  <c:v>1.96866</c:v>
                </c:pt>
                <c:pt idx="13">
                  <c:v>1.95515</c:v>
                </c:pt>
                <c:pt idx="14">
                  <c:v>1.94496</c:v>
                </c:pt>
                <c:pt idx="15">
                  <c:v>1.96602</c:v>
                </c:pt>
                <c:pt idx="16">
                  <c:v>1.97538</c:v>
                </c:pt>
                <c:pt idx="17">
                  <c:v>1.9671</c:v>
                </c:pt>
                <c:pt idx="18">
                  <c:v>1.93794</c:v>
                </c:pt>
                <c:pt idx="19">
                  <c:v>1.93471</c:v>
                </c:pt>
                <c:pt idx="20">
                  <c:v>1.97151</c:v>
                </c:pt>
                <c:pt idx="21">
                  <c:v>2.00213</c:v>
                </c:pt>
                <c:pt idx="22">
                  <c:v>1.99468</c:v>
                </c:pt>
                <c:pt idx="23">
                  <c:v>1.97603</c:v>
                </c:pt>
                <c:pt idx="24">
                  <c:v>1.97035</c:v>
                </c:pt>
                <c:pt idx="25">
                  <c:v>1.98894</c:v>
                </c:pt>
                <c:pt idx="26">
                  <c:v>1.99234</c:v>
                </c:pt>
                <c:pt idx="27">
                  <c:v>1.98477</c:v>
                </c:pt>
                <c:pt idx="28">
                  <c:v>1.97888</c:v>
                </c:pt>
                <c:pt idx="29">
                  <c:v>1.96382</c:v>
                </c:pt>
                <c:pt idx="30">
                  <c:v>1.97881</c:v>
                </c:pt>
                <c:pt idx="31">
                  <c:v>1.96611</c:v>
                </c:pt>
                <c:pt idx="32">
                  <c:v>1.93001</c:v>
                </c:pt>
                <c:pt idx="33">
                  <c:v>1.92989</c:v>
                </c:pt>
                <c:pt idx="34">
                  <c:v>1.92548</c:v>
                </c:pt>
                <c:pt idx="35">
                  <c:v>1.93124</c:v>
                </c:pt>
                <c:pt idx="36">
                  <c:v>1.92822</c:v>
                </c:pt>
                <c:pt idx="37">
                  <c:v>1.94406</c:v>
                </c:pt>
                <c:pt idx="38">
                  <c:v>1.96725</c:v>
                </c:pt>
                <c:pt idx="39">
                  <c:v>1.95613</c:v>
                </c:pt>
                <c:pt idx="40">
                  <c:v>1.9149</c:v>
                </c:pt>
                <c:pt idx="41">
                  <c:v>1.9284</c:v>
                </c:pt>
                <c:pt idx="42">
                  <c:v>1.96561</c:v>
                </c:pt>
                <c:pt idx="43">
                  <c:v>1.948</c:v>
                </c:pt>
                <c:pt idx="44">
                  <c:v>1.96337</c:v>
                </c:pt>
                <c:pt idx="45">
                  <c:v>1.98111</c:v>
                </c:pt>
                <c:pt idx="46">
                  <c:v>1.9469</c:v>
                </c:pt>
                <c:pt idx="47">
                  <c:v>1.90331</c:v>
                </c:pt>
                <c:pt idx="48">
                  <c:v>1.90347</c:v>
                </c:pt>
                <c:pt idx="49">
                  <c:v>1.93076</c:v>
                </c:pt>
                <c:pt idx="50">
                  <c:v>1.92689</c:v>
                </c:pt>
                <c:pt idx="51">
                  <c:v>1.89778</c:v>
                </c:pt>
                <c:pt idx="52">
                  <c:v>1.81638</c:v>
                </c:pt>
                <c:pt idx="53">
                  <c:v>1.8043</c:v>
                </c:pt>
                <c:pt idx="54">
                  <c:v>1.82282</c:v>
                </c:pt>
                <c:pt idx="55">
                  <c:v>1.81773</c:v>
                </c:pt>
                <c:pt idx="56">
                  <c:v>1.8146</c:v>
                </c:pt>
                <c:pt idx="57">
                  <c:v>1.81228</c:v>
                </c:pt>
                <c:pt idx="58">
                  <c:v>1.8594</c:v>
                </c:pt>
                <c:pt idx="59">
                  <c:v>1.87529</c:v>
                </c:pt>
                <c:pt idx="60">
                  <c:v>1.8283</c:v>
                </c:pt>
                <c:pt idx="61">
                  <c:v>1.84706</c:v>
                </c:pt>
                <c:pt idx="62">
                  <c:v>1.84646</c:v>
                </c:pt>
                <c:pt idx="63">
                  <c:v>1.87237</c:v>
                </c:pt>
                <c:pt idx="64">
                  <c:v>1.85795</c:v>
                </c:pt>
                <c:pt idx="65">
                  <c:v>1.80824</c:v>
                </c:pt>
                <c:pt idx="66">
                  <c:v>1.80082</c:v>
                </c:pt>
                <c:pt idx="67">
                  <c:v>1.8279</c:v>
                </c:pt>
                <c:pt idx="68">
                  <c:v>1.87471</c:v>
                </c:pt>
                <c:pt idx="69">
                  <c:v>1.85524</c:v>
                </c:pt>
                <c:pt idx="70">
                  <c:v>1.81271</c:v>
                </c:pt>
                <c:pt idx="71">
                  <c:v>1.80303</c:v>
                </c:pt>
                <c:pt idx="72">
                  <c:v>1.80357</c:v>
                </c:pt>
                <c:pt idx="73">
                  <c:v>1.81636</c:v>
                </c:pt>
                <c:pt idx="74">
                  <c:v>1.84351</c:v>
                </c:pt>
                <c:pt idx="75">
                  <c:v>1.81495</c:v>
                </c:pt>
                <c:pt idx="76">
                  <c:v>1.83141</c:v>
                </c:pt>
                <c:pt idx="77">
                  <c:v>1.86113</c:v>
                </c:pt>
                <c:pt idx="78">
                  <c:v>1.85189</c:v>
                </c:pt>
                <c:pt idx="79">
                  <c:v>1.85494</c:v>
                </c:pt>
                <c:pt idx="80">
                  <c:v>1.92187</c:v>
                </c:pt>
                <c:pt idx="81">
                  <c:v>1.8933</c:v>
                </c:pt>
                <c:pt idx="82">
                  <c:v>1.98623</c:v>
                </c:pt>
                <c:pt idx="83">
                  <c:v>2.04006</c:v>
                </c:pt>
                <c:pt idx="84">
                  <c:v>2.04788</c:v>
                </c:pt>
                <c:pt idx="85">
                  <c:v>2.04911</c:v>
                </c:pt>
                <c:pt idx="86">
                  <c:v>2.04338</c:v>
                </c:pt>
                <c:pt idx="87">
                  <c:v>2.05269</c:v>
                </c:pt>
                <c:pt idx="88">
                  <c:v>2.06003</c:v>
                </c:pt>
                <c:pt idx="89">
                  <c:v>2.16526</c:v>
                </c:pt>
                <c:pt idx="90">
                  <c:v>2.22673</c:v>
                </c:pt>
                <c:pt idx="91">
                  <c:v>2.25203</c:v>
                </c:pt>
                <c:pt idx="92">
                  <c:v>2.27118</c:v>
                </c:pt>
                <c:pt idx="93">
                  <c:v>2.11952</c:v>
                </c:pt>
                <c:pt idx="94">
                  <c:v>2.11975</c:v>
                </c:pt>
                <c:pt idx="95">
                  <c:v>2.20536</c:v>
                </c:pt>
                <c:pt idx="96">
                  <c:v>2.22243</c:v>
                </c:pt>
                <c:pt idx="97">
                  <c:v>2.17894</c:v>
                </c:pt>
                <c:pt idx="98">
                  <c:v>2.16643</c:v>
                </c:pt>
                <c:pt idx="99">
                  <c:v>2.15937</c:v>
                </c:pt>
                <c:pt idx="100">
                  <c:v>2.16796</c:v>
                </c:pt>
                <c:pt idx="101">
                  <c:v>2.16866</c:v>
                </c:pt>
                <c:pt idx="102">
                  <c:v>2.1895</c:v>
                </c:pt>
                <c:pt idx="103">
                  <c:v>2.21549</c:v>
                </c:pt>
                <c:pt idx="104">
                  <c:v>2.18517</c:v>
                </c:pt>
                <c:pt idx="105">
                  <c:v>2.25077</c:v>
                </c:pt>
                <c:pt idx="106">
                  <c:v>2.20098</c:v>
                </c:pt>
                <c:pt idx="107">
                  <c:v>2.15756</c:v>
                </c:pt>
                <c:pt idx="108">
                  <c:v>2.26625</c:v>
                </c:pt>
                <c:pt idx="109">
                  <c:v>2.41588</c:v>
                </c:pt>
                <c:pt idx="110">
                  <c:v>2.49681</c:v>
                </c:pt>
                <c:pt idx="111">
                  <c:v>2.46402</c:v>
                </c:pt>
                <c:pt idx="112">
                  <c:v>2.56499</c:v>
                </c:pt>
                <c:pt idx="113">
                  <c:v>2.63783</c:v>
                </c:pt>
                <c:pt idx="114">
                  <c:v>2.61781</c:v>
                </c:pt>
                <c:pt idx="115">
                  <c:v>2.50865</c:v>
                </c:pt>
                <c:pt idx="116">
                  <c:v>2.4255</c:v>
                </c:pt>
                <c:pt idx="117">
                  <c:v>2.3547</c:v>
                </c:pt>
                <c:pt idx="118">
                  <c:v>2.42723</c:v>
                </c:pt>
                <c:pt idx="119">
                  <c:v>2.45561</c:v>
                </c:pt>
                <c:pt idx="120">
                  <c:v>2.4088</c:v>
                </c:pt>
                <c:pt idx="121">
                  <c:v>2.38405</c:v>
                </c:pt>
                <c:pt idx="122">
                  <c:v>2.86093</c:v>
                </c:pt>
                <c:pt idx="123">
                  <c:v>2.38467</c:v>
                </c:pt>
                <c:pt idx="124">
                  <c:v>2.40554</c:v>
                </c:pt>
                <c:pt idx="125">
                  <c:v>2.6109</c:v>
                </c:pt>
                <c:pt idx="126">
                  <c:v>2.35912</c:v>
                </c:pt>
                <c:pt idx="127">
                  <c:v>2.33541</c:v>
                </c:pt>
                <c:pt idx="128">
                  <c:v>2.26449</c:v>
                </c:pt>
                <c:pt idx="129">
                  <c:v>2.00262</c:v>
                </c:pt>
                <c:pt idx="130">
                  <c:v>2.19679</c:v>
                </c:pt>
                <c:pt idx="131">
                  <c:v>2.41063</c:v>
                </c:pt>
                <c:pt idx="132">
                  <c:v>2.23088</c:v>
                </c:pt>
                <c:pt idx="133">
                  <c:v>2.03573</c:v>
                </c:pt>
                <c:pt idx="134">
                  <c:v>2.08886</c:v>
                </c:pt>
                <c:pt idx="135">
                  <c:v>2.13047</c:v>
                </c:pt>
                <c:pt idx="136">
                  <c:v>2.19293</c:v>
                </c:pt>
                <c:pt idx="137">
                  <c:v>2.2353</c:v>
                </c:pt>
                <c:pt idx="138">
                  <c:v>2.67323</c:v>
                </c:pt>
                <c:pt idx="139">
                  <c:v>2.51051</c:v>
                </c:pt>
                <c:pt idx="140">
                  <c:v>2.4133</c:v>
                </c:pt>
                <c:pt idx="141">
                  <c:v>2.35322</c:v>
                </c:pt>
                <c:pt idx="142">
                  <c:v>2.43265</c:v>
                </c:pt>
                <c:pt idx="143">
                  <c:v>2.48339</c:v>
                </c:pt>
                <c:pt idx="144">
                  <c:v>2.39177</c:v>
                </c:pt>
                <c:pt idx="145">
                  <c:v>2.32906</c:v>
                </c:pt>
                <c:pt idx="146">
                  <c:v>2.59919</c:v>
                </c:pt>
                <c:pt idx="147">
                  <c:v>2.02393</c:v>
                </c:pt>
                <c:pt idx="148">
                  <c:v>1.93025</c:v>
                </c:pt>
                <c:pt idx="149">
                  <c:v>1.96759</c:v>
                </c:pt>
                <c:pt idx="150">
                  <c:v>1.88913</c:v>
                </c:pt>
                <c:pt idx="151">
                  <c:v>1.84962</c:v>
                </c:pt>
                <c:pt idx="152">
                  <c:v>1.82713</c:v>
                </c:pt>
                <c:pt idx="153">
                  <c:v>1.83582</c:v>
                </c:pt>
                <c:pt idx="154">
                  <c:v>1.85469</c:v>
                </c:pt>
                <c:pt idx="155">
                  <c:v>1.8731</c:v>
                </c:pt>
                <c:pt idx="156">
                  <c:v>1.90382</c:v>
                </c:pt>
                <c:pt idx="157">
                  <c:v>2.15337</c:v>
                </c:pt>
                <c:pt idx="158">
                  <c:v>2.19446</c:v>
                </c:pt>
                <c:pt idx="159">
                  <c:v>2.19269</c:v>
                </c:pt>
                <c:pt idx="160">
                  <c:v>2.20062</c:v>
                </c:pt>
                <c:pt idx="161">
                  <c:v>2.18084</c:v>
                </c:pt>
                <c:pt idx="162">
                  <c:v>2.89613</c:v>
                </c:pt>
                <c:pt idx="163">
                  <c:v>2.12929</c:v>
                </c:pt>
                <c:pt idx="164">
                  <c:v>2.1309</c:v>
                </c:pt>
                <c:pt idx="165">
                  <c:v>2.12532</c:v>
                </c:pt>
                <c:pt idx="166">
                  <c:v>2.11651</c:v>
                </c:pt>
                <c:pt idx="167">
                  <c:v>2.17135</c:v>
                </c:pt>
                <c:pt idx="168">
                  <c:v>2.18435</c:v>
                </c:pt>
                <c:pt idx="169">
                  <c:v>2.16686</c:v>
                </c:pt>
                <c:pt idx="170">
                  <c:v>2.63458</c:v>
                </c:pt>
                <c:pt idx="171">
                  <c:v>2.24228</c:v>
                </c:pt>
                <c:pt idx="172">
                  <c:v>2.24068</c:v>
                </c:pt>
                <c:pt idx="173">
                  <c:v>2.21561</c:v>
                </c:pt>
                <c:pt idx="174">
                  <c:v>2.12257</c:v>
                </c:pt>
                <c:pt idx="175">
                  <c:v>2.0653</c:v>
                </c:pt>
                <c:pt idx="176">
                  <c:v>2.03419</c:v>
                </c:pt>
                <c:pt idx="177">
                  <c:v>2.08973</c:v>
                </c:pt>
                <c:pt idx="178">
                  <c:v>2.04423</c:v>
                </c:pt>
                <c:pt idx="179">
                  <c:v>1.99856</c:v>
                </c:pt>
                <c:pt idx="180">
                  <c:v>1.99896</c:v>
                </c:pt>
                <c:pt idx="181">
                  <c:v>2.09135</c:v>
                </c:pt>
                <c:pt idx="182">
                  <c:v>2.17713</c:v>
                </c:pt>
                <c:pt idx="183">
                  <c:v>2.16914</c:v>
                </c:pt>
                <c:pt idx="184">
                  <c:v>2.21162</c:v>
                </c:pt>
                <c:pt idx="185">
                  <c:v>2.25053</c:v>
                </c:pt>
                <c:pt idx="186">
                  <c:v>2.23302</c:v>
                </c:pt>
                <c:pt idx="187">
                  <c:v>2.25062</c:v>
                </c:pt>
                <c:pt idx="188">
                  <c:v>2.36052</c:v>
                </c:pt>
                <c:pt idx="189">
                  <c:v>2.33801</c:v>
                </c:pt>
                <c:pt idx="190">
                  <c:v>2.39368</c:v>
                </c:pt>
                <c:pt idx="191">
                  <c:v>2.41661</c:v>
                </c:pt>
                <c:pt idx="192">
                  <c:v>2.50393</c:v>
                </c:pt>
                <c:pt idx="193">
                  <c:v>2.47772</c:v>
                </c:pt>
                <c:pt idx="194">
                  <c:v>2.37362</c:v>
                </c:pt>
                <c:pt idx="195">
                  <c:v>2.33711</c:v>
                </c:pt>
                <c:pt idx="196">
                  <c:v>2.33558</c:v>
                </c:pt>
                <c:pt idx="197">
                  <c:v>2.27587</c:v>
                </c:pt>
                <c:pt idx="198">
                  <c:v>3.14892</c:v>
                </c:pt>
                <c:pt idx="199">
                  <c:v>2.44187</c:v>
                </c:pt>
                <c:pt idx="200">
                  <c:v>2.33202</c:v>
                </c:pt>
                <c:pt idx="201">
                  <c:v>2.61491</c:v>
                </c:pt>
                <c:pt idx="202">
                  <c:v>2.58402</c:v>
                </c:pt>
                <c:pt idx="203">
                  <c:v>2.63682</c:v>
                </c:pt>
                <c:pt idx="204">
                  <c:v>2.90089</c:v>
                </c:pt>
                <c:pt idx="205">
                  <c:v>2.88376</c:v>
                </c:pt>
                <c:pt idx="206">
                  <c:v>2.75708</c:v>
                </c:pt>
                <c:pt idx="207">
                  <c:v>2.67237</c:v>
                </c:pt>
                <c:pt idx="208">
                  <c:v>2.53759</c:v>
                </c:pt>
                <c:pt idx="209">
                  <c:v>2.57063</c:v>
                </c:pt>
                <c:pt idx="210">
                  <c:v>2.55548</c:v>
                </c:pt>
                <c:pt idx="211">
                  <c:v>2.55247</c:v>
                </c:pt>
                <c:pt idx="212">
                  <c:v>2.67942</c:v>
                </c:pt>
                <c:pt idx="213">
                  <c:v>2.65961</c:v>
                </c:pt>
                <c:pt idx="214">
                  <c:v>2.80185</c:v>
                </c:pt>
                <c:pt idx="215">
                  <c:v>3.63613</c:v>
                </c:pt>
                <c:pt idx="216">
                  <c:v>2.68788</c:v>
                </c:pt>
                <c:pt idx="217">
                  <c:v>2.75702</c:v>
                </c:pt>
                <c:pt idx="218">
                  <c:v>2.74582</c:v>
                </c:pt>
                <c:pt idx="219">
                  <c:v>2.73815</c:v>
                </c:pt>
                <c:pt idx="220">
                  <c:v>2.68018</c:v>
                </c:pt>
                <c:pt idx="221">
                  <c:v>3.19284</c:v>
                </c:pt>
                <c:pt idx="222">
                  <c:v>2.76878</c:v>
                </c:pt>
                <c:pt idx="223">
                  <c:v>2.71348</c:v>
                </c:pt>
                <c:pt idx="224">
                  <c:v>2.80558</c:v>
                </c:pt>
                <c:pt idx="225">
                  <c:v>2.9003</c:v>
                </c:pt>
                <c:pt idx="226">
                  <c:v>2.90911</c:v>
                </c:pt>
                <c:pt idx="227">
                  <c:v>2.86086</c:v>
                </c:pt>
                <c:pt idx="228">
                  <c:v>2.85363</c:v>
                </c:pt>
                <c:pt idx="229">
                  <c:v>2.85819</c:v>
                </c:pt>
                <c:pt idx="230">
                  <c:v>2.83643</c:v>
                </c:pt>
                <c:pt idx="231">
                  <c:v>2.82399</c:v>
                </c:pt>
                <c:pt idx="232">
                  <c:v>2.80006</c:v>
                </c:pt>
                <c:pt idx="233">
                  <c:v>2.80198</c:v>
                </c:pt>
                <c:pt idx="234">
                  <c:v>2.81206</c:v>
                </c:pt>
                <c:pt idx="235">
                  <c:v>2.94351</c:v>
                </c:pt>
                <c:pt idx="236">
                  <c:v>3.00467</c:v>
                </c:pt>
                <c:pt idx="237">
                  <c:v>2.9889</c:v>
                </c:pt>
                <c:pt idx="238">
                  <c:v>2.9944</c:v>
                </c:pt>
                <c:pt idx="239">
                  <c:v>2.97177</c:v>
                </c:pt>
                <c:pt idx="240">
                  <c:v>2.948</c:v>
                </c:pt>
                <c:pt idx="241">
                  <c:v>3.56365</c:v>
                </c:pt>
                <c:pt idx="242">
                  <c:v>2.86205</c:v>
                </c:pt>
                <c:pt idx="243">
                  <c:v>2.86056</c:v>
                </c:pt>
                <c:pt idx="244">
                  <c:v>2.78605</c:v>
                </c:pt>
                <c:pt idx="245">
                  <c:v>2.72837</c:v>
                </c:pt>
                <c:pt idx="246">
                  <c:v>2.74412</c:v>
                </c:pt>
                <c:pt idx="247">
                  <c:v>2.71163</c:v>
                </c:pt>
                <c:pt idx="248">
                  <c:v>2.6865</c:v>
                </c:pt>
                <c:pt idx="249">
                  <c:v>2.66692</c:v>
                </c:pt>
                <c:pt idx="250">
                  <c:v>2.67795</c:v>
                </c:pt>
                <c:pt idx="251">
                  <c:v>2.68837</c:v>
                </c:pt>
                <c:pt idx="252">
                  <c:v>2.66032</c:v>
                </c:pt>
                <c:pt idx="253">
                  <c:v>2.64043</c:v>
                </c:pt>
                <c:pt idx="254">
                  <c:v>2.61652</c:v>
                </c:pt>
                <c:pt idx="255">
                  <c:v>2.58468</c:v>
                </c:pt>
                <c:pt idx="256">
                  <c:v>2.55832</c:v>
                </c:pt>
                <c:pt idx="257">
                  <c:v>2.56722</c:v>
                </c:pt>
                <c:pt idx="258">
                  <c:v>2.57716</c:v>
                </c:pt>
                <c:pt idx="259">
                  <c:v>2.56824</c:v>
                </c:pt>
                <c:pt idx="260">
                  <c:v>2.51896</c:v>
                </c:pt>
                <c:pt idx="261">
                  <c:v>2.50663</c:v>
                </c:pt>
                <c:pt idx="262">
                  <c:v>2.49643</c:v>
                </c:pt>
                <c:pt idx="263">
                  <c:v>2.51062</c:v>
                </c:pt>
                <c:pt idx="264">
                  <c:v>2.47009</c:v>
                </c:pt>
                <c:pt idx="265">
                  <c:v>2.41027</c:v>
                </c:pt>
                <c:pt idx="266">
                  <c:v>2.44888</c:v>
                </c:pt>
                <c:pt idx="267">
                  <c:v>2.46614</c:v>
                </c:pt>
                <c:pt idx="268">
                  <c:v>2.47389</c:v>
                </c:pt>
                <c:pt idx="269">
                  <c:v>3.00708</c:v>
                </c:pt>
                <c:pt idx="270">
                  <c:v>2.46116</c:v>
                </c:pt>
                <c:pt idx="271">
                  <c:v>2.38929</c:v>
                </c:pt>
                <c:pt idx="272">
                  <c:v>2.37939</c:v>
                </c:pt>
                <c:pt idx="273">
                  <c:v>2.34888</c:v>
                </c:pt>
                <c:pt idx="274">
                  <c:v>2.29842</c:v>
                </c:pt>
                <c:pt idx="275">
                  <c:v>2.33933</c:v>
                </c:pt>
                <c:pt idx="276">
                  <c:v>2.35876</c:v>
                </c:pt>
                <c:pt idx="277">
                  <c:v>2.37226</c:v>
                </c:pt>
                <c:pt idx="278">
                  <c:v>2.37113</c:v>
                </c:pt>
                <c:pt idx="279">
                  <c:v>2.31427</c:v>
                </c:pt>
                <c:pt idx="280">
                  <c:v>2.24364</c:v>
                </c:pt>
                <c:pt idx="281">
                  <c:v>2.20274</c:v>
                </c:pt>
                <c:pt idx="282">
                  <c:v>2.18197</c:v>
                </c:pt>
                <c:pt idx="283">
                  <c:v>2.16021</c:v>
                </c:pt>
                <c:pt idx="284">
                  <c:v>2.14833</c:v>
                </c:pt>
                <c:pt idx="285">
                  <c:v>2.14766</c:v>
                </c:pt>
                <c:pt idx="286">
                  <c:v>2.14309</c:v>
                </c:pt>
                <c:pt idx="287">
                  <c:v>2.16809</c:v>
                </c:pt>
                <c:pt idx="288">
                  <c:v>2.14998</c:v>
                </c:pt>
              </c:numCache>
            </c:numRef>
          </c:yVal>
        </c:ser>
        <c:ser>
          <c:idx val="1"/>
          <c:order val="1"/>
          <c:tx>
            <c:v>Injected real power</c:v>
          </c:tx>
          <c:spPr>
            <a:ln xmlns:a="http://schemas.openxmlformats.org/drawingml/2006/main" w="23813">
              <a:solidFill>
                <a:srgbClr val="D67B30"/>
              </a:solidFill>
            </a:ln>
          </c:spPr>
          <c:marker>
            <c:symbol val="none"/>
          </c:marker>
          <c:xVal>
            <c:numRef>
              <c:f>'Chart Data'!$C$2:$C$290</c:f>
              <c:numCache>
                <c:formatCode>0.00</c:formatCode>
                <c:ptCount val="289"/>
                <c:pt idx="0">
                  <c:v>-12</c:v>
                </c:pt>
                <c:pt idx="1">
                  <c:v>-11.9166666667</c:v>
                </c:pt>
                <c:pt idx="2">
                  <c:v>-11.8333333333</c:v>
                </c:pt>
                <c:pt idx="3">
                  <c:v>-11.75</c:v>
                </c:pt>
                <c:pt idx="4">
                  <c:v>-11.6666666667</c:v>
                </c:pt>
                <c:pt idx="5">
                  <c:v>-11.5833333333</c:v>
                </c:pt>
                <c:pt idx="6">
                  <c:v>-11.5</c:v>
                </c:pt>
                <c:pt idx="7">
                  <c:v>-11.4166666667</c:v>
                </c:pt>
                <c:pt idx="8">
                  <c:v>-11.3333333333</c:v>
                </c:pt>
                <c:pt idx="9">
                  <c:v>-11.25</c:v>
                </c:pt>
                <c:pt idx="10">
                  <c:v>-11.1666666667</c:v>
                </c:pt>
                <c:pt idx="11">
                  <c:v>-11.0833333333</c:v>
                </c:pt>
                <c:pt idx="12">
                  <c:v>-11</c:v>
                </c:pt>
                <c:pt idx="13">
                  <c:v>-10.9166666667</c:v>
                </c:pt>
                <c:pt idx="14">
                  <c:v>-10.8333333333</c:v>
                </c:pt>
                <c:pt idx="15">
                  <c:v>-10.75</c:v>
                </c:pt>
                <c:pt idx="16">
                  <c:v>-10.6666666667</c:v>
                </c:pt>
                <c:pt idx="17">
                  <c:v>-10.5833333333</c:v>
                </c:pt>
                <c:pt idx="18">
                  <c:v>-10.5</c:v>
                </c:pt>
                <c:pt idx="19">
                  <c:v>-10.4166666667</c:v>
                </c:pt>
                <c:pt idx="20">
                  <c:v>-10.3333333333</c:v>
                </c:pt>
                <c:pt idx="21">
                  <c:v>-10.25</c:v>
                </c:pt>
                <c:pt idx="22">
                  <c:v>-10.1666666667</c:v>
                </c:pt>
                <c:pt idx="23">
                  <c:v>-10.0833333333</c:v>
                </c:pt>
                <c:pt idx="24">
                  <c:v>-10</c:v>
                </c:pt>
                <c:pt idx="25">
                  <c:v>-9.91666666667</c:v>
                </c:pt>
                <c:pt idx="26">
                  <c:v>-9.83333333333</c:v>
                </c:pt>
                <c:pt idx="27">
                  <c:v>-9.75</c:v>
                </c:pt>
                <c:pt idx="28">
                  <c:v>-9.66666666667</c:v>
                </c:pt>
                <c:pt idx="29">
                  <c:v>-9.58333333333</c:v>
                </c:pt>
                <c:pt idx="30">
                  <c:v>-9.5</c:v>
                </c:pt>
                <c:pt idx="31">
                  <c:v>-9.41666666667</c:v>
                </c:pt>
                <c:pt idx="32">
                  <c:v>-9.33333333333</c:v>
                </c:pt>
                <c:pt idx="33">
                  <c:v>-9.25</c:v>
                </c:pt>
                <c:pt idx="34">
                  <c:v>-9.16666666667</c:v>
                </c:pt>
                <c:pt idx="35">
                  <c:v>-9.08333333333</c:v>
                </c:pt>
                <c:pt idx="36">
                  <c:v>-9</c:v>
                </c:pt>
                <c:pt idx="37">
                  <c:v>-8.91666666667</c:v>
                </c:pt>
                <c:pt idx="38">
                  <c:v>-8.83333333333</c:v>
                </c:pt>
                <c:pt idx="39">
                  <c:v>-8.75</c:v>
                </c:pt>
                <c:pt idx="40">
                  <c:v>-8.66666666667</c:v>
                </c:pt>
                <c:pt idx="41">
                  <c:v>-8.58333333333</c:v>
                </c:pt>
                <c:pt idx="42">
                  <c:v>-8.5</c:v>
                </c:pt>
                <c:pt idx="43">
                  <c:v>-8.41666666667</c:v>
                </c:pt>
                <c:pt idx="44">
                  <c:v>-8.33333333333</c:v>
                </c:pt>
                <c:pt idx="45">
                  <c:v>-8.25</c:v>
                </c:pt>
                <c:pt idx="46">
                  <c:v>-8.16666666667</c:v>
                </c:pt>
                <c:pt idx="47">
                  <c:v>-8.08333333333</c:v>
                </c:pt>
                <c:pt idx="48">
                  <c:v>-8</c:v>
                </c:pt>
                <c:pt idx="49">
                  <c:v>-7.91666666667</c:v>
                </c:pt>
                <c:pt idx="50">
                  <c:v>-7.83333333333</c:v>
                </c:pt>
                <c:pt idx="51">
                  <c:v>-7.75</c:v>
                </c:pt>
                <c:pt idx="52">
                  <c:v>-7.66666666667</c:v>
                </c:pt>
                <c:pt idx="53">
                  <c:v>-7.58333333333</c:v>
                </c:pt>
                <c:pt idx="54">
                  <c:v>-7.5</c:v>
                </c:pt>
                <c:pt idx="55">
                  <c:v>-7.41666666667</c:v>
                </c:pt>
                <c:pt idx="56">
                  <c:v>-7.33333333333</c:v>
                </c:pt>
                <c:pt idx="57">
                  <c:v>-7.25</c:v>
                </c:pt>
                <c:pt idx="58">
                  <c:v>-7.16666666667</c:v>
                </c:pt>
                <c:pt idx="59">
                  <c:v>-7.08333333333</c:v>
                </c:pt>
                <c:pt idx="60">
                  <c:v>-7</c:v>
                </c:pt>
                <c:pt idx="61">
                  <c:v>-6.91666666667</c:v>
                </c:pt>
                <c:pt idx="62">
                  <c:v>-6.83333333333</c:v>
                </c:pt>
                <c:pt idx="63">
                  <c:v>-6.75</c:v>
                </c:pt>
                <c:pt idx="64">
                  <c:v>-6.66666666667</c:v>
                </c:pt>
                <c:pt idx="65">
                  <c:v>-6.58333333333</c:v>
                </c:pt>
                <c:pt idx="66">
                  <c:v>-6.5</c:v>
                </c:pt>
                <c:pt idx="67">
                  <c:v>-6.41666666667</c:v>
                </c:pt>
                <c:pt idx="68">
                  <c:v>-6.33333333333</c:v>
                </c:pt>
                <c:pt idx="69">
                  <c:v>-6.25</c:v>
                </c:pt>
                <c:pt idx="70">
                  <c:v>-6.16666666667</c:v>
                </c:pt>
                <c:pt idx="71">
                  <c:v>-6.08333333333</c:v>
                </c:pt>
                <c:pt idx="72">
                  <c:v>-6</c:v>
                </c:pt>
                <c:pt idx="73">
                  <c:v>-5.91666666667</c:v>
                </c:pt>
                <c:pt idx="74">
                  <c:v>-5.83333333333</c:v>
                </c:pt>
                <c:pt idx="75">
                  <c:v>-5.75</c:v>
                </c:pt>
                <c:pt idx="76">
                  <c:v>-5.66666666667</c:v>
                </c:pt>
                <c:pt idx="77">
                  <c:v>-5.58333333333</c:v>
                </c:pt>
                <c:pt idx="78">
                  <c:v>-5.5</c:v>
                </c:pt>
                <c:pt idx="79">
                  <c:v>-5.41666666667</c:v>
                </c:pt>
                <c:pt idx="80">
                  <c:v>-5.33333333333</c:v>
                </c:pt>
                <c:pt idx="81">
                  <c:v>-5.25</c:v>
                </c:pt>
                <c:pt idx="82">
                  <c:v>-5.16666666667</c:v>
                </c:pt>
                <c:pt idx="83">
                  <c:v>-5.08333333333</c:v>
                </c:pt>
                <c:pt idx="84">
                  <c:v>-5</c:v>
                </c:pt>
                <c:pt idx="85">
                  <c:v>-4.91666666667</c:v>
                </c:pt>
                <c:pt idx="86">
                  <c:v>-4.83333333333</c:v>
                </c:pt>
                <c:pt idx="87">
                  <c:v>-4.75</c:v>
                </c:pt>
                <c:pt idx="88">
                  <c:v>-4.66666666667</c:v>
                </c:pt>
                <c:pt idx="89">
                  <c:v>-4.58333333333</c:v>
                </c:pt>
                <c:pt idx="90">
                  <c:v>-4.5</c:v>
                </c:pt>
                <c:pt idx="91">
                  <c:v>-4.41666666667</c:v>
                </c:pt>
                <c:pt idx="92">
                  <c:v>-4.33333333333</c:v>
                </c:pt>
                <c:pt idx="93">
                  <c:v>-4.25</c:v>
                </c:pt>
                <c:pt idx="94">
                  <c:v>-4.16666666667</c:v>
                </c:pt>
                <c:pt idx="95">
                  <c:v>-4.08333333333</c:v>
                </c:pt>
                <c:pt idx="96">
                  <c:v>-4</c:v>
                </c:pt>
                <c:pt idx="97">
                  <c:v>-3.91666666667</c:v>
                </c:pt>
                <c:pt idx="98">
                  <c:v>-3.83333333333</c:v>
                </c:pt>
                <c:pt idx="99">
                  <c:v>-3.75</c:v>
                </c:pt>
                <c:pt idx="100">
                  <c:v>-3.66666666667</c:v>
                </c:pt>
                <c:pt idx="101">
                  <c:v>-3.58333333333</c:v>
                </c:pt>
                <c:pt idx="102">
                  <c:v>-3.5</c:v>
                </c:pt>
                <c:pt idx="103">
                  <c:v>-3.41666666667</c:v>
                </c:pt>
                <c:pt idx="104">
                  <c:v>-3.33333333333</c:v>
                </c:pt>
                <c:pt idx="105">
                  <c:v>-3.25</c:v>
                </c:pt>
                <c:pt idx="106">
                  <c:v>-3.16666666667</c:v>
                </c:pt>
                <c:pt idx="107">
                  <c:v>-3.08333333333</c:v>
                </c:pt>
                <c:pt idx="108">
                  <c:v>-3</c:v>
                </c:pt>
                <c:pt idx="109">
                  <c:v>-2.91666666667</c:v>
                </c:pt>
                <c:pt idx="110">
                  <c:v>-2.83333333333</c:v>
                </c:pt>
                <c:pt idx="111">
                  <c:v>-2.75</c:v>
                </c:pt>
                <c:pt idx="112">
                  <c:v>-2.66666666667</c:v>
                </c:pt>
                <c:pt idx="113">
                  <c:v>-2.58333333333</c:v>
                </c:pt>
                <c:pt idx="114">
                  <c:v>-2.5</c:v>
                </c:pt>
                <c:pt idx="115">
                  <c:v>-2.41666666667</c:v>
                </c:pt>
                <c:pt idx="116">
                  <c:v>-2.33333333333</c:v>
                </c:pt>
                <c:pt idx="117">
                  <c:v>-2.25</c:v>
                </c:pt>
                <c:pt idx="118">
                  <c:v>-2.16666666667</c:v>
                </c:pt>
                <c:pt idx="119">
                  <c:v>-2.08333333333</c:v>
                </c:pt>
                <c:pt idx="120">
                  <c:v>-2</c:v>
                </c:pt>
                <c:pt idx="121">
                  <c:v>-1.91666666667</c:v>
                </c:pt>
                <c:pt idx="122">
                  <c:v>-1.83333333333</c:v>
                </c:pt>
                <c:pt idx="123">
                  <c:v>-1.75</c:v>
                </c:pt>
                <c:pt idx="124">
                  <c:v>-1.66666666667</c:v>
                </c:pt>
                <c:pt idx="125">
                  <c:v>-1.58333333333</c:v>
                </c:pt>
                <c:pt idx="126">
                  <c:v>-1.5</c:v>
                </c:pt>
                <c:pt idx="127">
                  <c:v>-1.41666666667</c:v>
                </c:pt>
                <c:pt idx="128">
                  <c:v>-1.33333333333</c:v>
                </c:pt>
                <c:pt idx="129">
                  <c:v>-1.25</c:v>
                </c:pt>
                <c:pt idx="130">
                  <c:v>-1.16666666667</c:v>
                </c:pt>
                <c:pt idx="131">
                  <c:v>-1.08333333333</c:v>
                </c:pt>
                <c:pt idx="132">
                  <c:v>-1</c:v>
                </c:pt>
                <c:pt idx="133">
                  <c:v>-0.916666666667</c:v>
                </c:pt>
                <c:pt idx="134">
                  <c:v>-0.833333333333</c:v>
                </c:pt>
                <c:pt idx="135">
                  <c:v>-0.75</c:v>
                </c:pt>
                <c:pt idx="136">
                  <c:v>-0.666666666667</c:v>
                </c:pt>
                <c:pt idx="137">
                  <c:v>-0.583333333333</c:v>
                </c:pt>
                <c:pt idx="138">
                  <c:v>-0.5</c:v>
                </c:pt>
                <c:pt idx="139">
                  <c:v>-0.416666666667</c:v>
                </c:pt>
                <c:pt idx="140">
                  <c:v>-0.333333333333</c:v>
                </c:pt>
                <c:pt idx="141">
                  <c:v>-0.25</c:v>
                </c:pt>
                <c:pt idx="142">
                  <c:v>-0.166666666667</c:v>
                </c:pt>
                <c:pt idx="143">
                  <c:v>-0.0833333333333</c:v>
                </c:pt>
                <c:pt idx="144">
                  <c:v>0</c:v>
                </c:pt>
                <c:pt idx="145">
                  <c:v>0.0833333333333</c:v>
                </c:pt>
                <c:pt idx="146">
                  <c:v>0.166666666667</c:v>
                </c:pt>
                <c:pt idx="147">
                  <c:v>0.25</c:v>
                </c:pt>
                <c:pt idx="148">
                  <c:v>0.333333333333</c:v>
                </c:pt>
                <c:pt idx="149">
                  <c:v>0.416666666667</c:v>
                </c:pt>
                <c:pt idx="150">
                  <c:v>0.5</c:v>
                </c:pt>
                <c:pt idx="151">
                  <c:v>0.583333333333</c:v>
                </c:pt>
                <c:pt idx="152">
                  <c:v>0.666666666667</c:v>
                </c:pt>
                <c:pt idx="153">
                  <c:v>0.75</c:v>
                </c:pt>
                <c:pt idx="154">
                  <c:v>0.833333333333</c:v>
                </c:pt>
                <c:pt idx="155">
                  <c:v>0.916666666667</c:v>
                </c:pt>
                <c:pt idx="156">
                  <c:v>1</c:v>
                </c:pt>
                <c:pt idx="157">
                  <c:v>1.08333333333</c:v>
                </c:pt>
                <c:pt idx="158">
                  <c:v>1.16666666667</c:v>
                </c:pt>
                <c:pt idx="159">
                  <c:v>1.25</c:v>
                </c:pt>
                <c:pt idx="160">
                  <c:v>1.33333333333</c:v>
                </c:pt>
                <c:pt idx="161">
                  <c:v>1.41666666667</c:v>
                </c:pt>
                <c:pt idx="162">
                  <c:v>1.5</c:v>
                </c:pt>
                <c:pt idx="163">
                  <c:v>1.58333333333</c:v>
                </c:pt>
                <c:pt idx="164">
                  <c:v>1.66666666667</c:v>
                </c:pt>
                <c:pt idx="165">
                  <c:v>1.75</c:v>
                </c:pt>
                <c:pt idx="166">
                  <c:v>1.83333333333</c:v>
                </c:pt>
                <c:pt idx="167">
                  <c:v>1.91666666667</c:v>
                </c:pt>
                <c:pt idx="168">
                  <c:v>2</c:v>
                </c:pt>
                <c:pt idx="169">
                  <c:v>2.08333333333</c:v>
                </c:pt>
                <c:pt idx="170">
                  <c:v>2.16666666667</c:v>
                </c:pt>
                <c:pt idx="171">
                  <c:v>2.25</c:v>
                </c:pt>
                <c:pt idx="172">
                  <c:v>2.33333333333</c:v>
                </c:pt>
                <c:pt idx="173">
                  <c:v>2.41666666667</c:v>
                </c:pt>
                <c:pt idx="174">
                  <c:v>2.5</c:v>
                </c:pt>
                <c:pt idx="175">
                  <c:v>2.58333333333</c:v>
                </c:pt>
                <c:pt idx="176">
                  <c:v>2.66666666667</c:v>
                </c:pt>
                <c:pt idx="177">
                  <c:v>2.75</c:v>
                </c:pt>
                <c:pt idx="178">
                  <c:v>2.83333333333</c:v>
                </c:pt>
                <c:pt idx="179">
                  <c:v>2.91666666667</c:v>
                </c:pt>
                <c:pt idx="180">
                  <c:v>3</c:v>
                </c:pt>
                <c:pt idx="181">
                  <c:v>3.08333333333</c:v>
                </c:pt>
                <c:pt idx="182">
                  <c:v>3.16666666667</c:v>
                </c:pt>
                <c:pt idx="183">
                  <c:v>3.25</c:v>
                </c:pt>
                <c:pt idx="184">
                  <c:v>3.33333333333</c:v>
                </c:pt>
                <c:pt idx="185">
                  <c:v>3.41666666667</c:v>
                </c:pt>
                <c:pt idx="186">
                  <c:v>3.5</c:v>
                </c:pt>
                <c:pt idx="187">
                  <c:v>3.58333333333</c:v>
                </c:pt>
                <c:pt idx="188">
                  <c:v>3.66666666667</c:v>
                </c:pt>
                <c:pt idx="189">
                  <c:v>3.75</c:v>
                </c:pt>
                <c:pt idx="190">
                  <c:v>3.83333333333</c:v>
                </c:pt>
                <c:pt idx="191">
                  <c:v>3.91666666667</c:v>
                </c:pt>
                <c:pt idx="192">
                  <c:v>4</c:v>
                </c:pt>
                <c:pt idx="193">
                  <c:v>4.08333333333</c:v>
                </c:pt>
                <c:pt idx="194">
                  <c:v>4.16666666667</c:v>
                </c:pt>
                <c:pt idx="195">
                  <c:v>4.25</c:v>
                </c:pt>
                <c:pt idx="196">
                  <c:v>4.33333333333</c:v>
                </c:pt>
                <c:pt idx="197">
                  <c:v>4.41666666667</c:v>
                </c:pt>
                <c:pt idx="198">
                  <c:v>4.5</c:v>
                </c:pt>
                <c:pt idx="199">
                  <c:v>4.58333333333</c:v>
                </c:pt>
                <c:pt idx="200">
                  <c:v>4.66666666667</c:v>
                </c:pt>
                <c:pt idx="201">
                  <c:v>4.75</c:v>
                </c:pt>
                <c:pt idx="202">
                  <c:v>4.83333333333</c:v>
                </c:pt>
                <c:pt idx="203">
                  <c:v>4.91666666667</c:v>
                </c:pt>
                <c:pt idx="204">
                  <c:v>5</c:v>
                </c:pt>
                <c:pt idx="205">
                  <c:v>5.08333333333</c:v>
                </c:pt>
                <c:pt idx="206">
                  <c:v>5.16666666667</c:v>
                </c:pt>
                <c:pt idx="207">
                  <c:v>5.25</c:v>
                </c:pt>
                <c:pt idx="208">
                  <c:v>5.33333333333</c:v>
                </c:pt>
                <c:pt idx="209">
                  <c:v>5.41666666667</c:v>
                </c:pt>
                <c:pt idx="210">
                  <c:v>5.5</c:v>
                </c:pt>
                <c:pt idx="211">
                  <c:v>5.58333333333</c:v>
                </c:pt>
                <c:pt idx="212">
                  <c:v>5.66666666667</c:v>
                </c:pt>
                <c:pt idx="213">
                  <c:v>5.75</c:v>
                </c:pt>
                <c:pt idx="214">
                  <c:v>5.83333333333</c:v>
                </c:pt>
                <c:pt idx="215">
                  <c:v>5.91666666667</c:v>
                </c:pt>
                <c:pt idx="216">
                  <c:v>6</c:v>
                </c:pt>
                <c:pt idx="217">
                  <c:v>6.08333333333</c:v>
                </c:pt>
                <c:pt idx="218">
                  <c:v>6.16666666667</c:v>
                </c:pt>
                <c:pt idx="219">
                  <c:v>6.25</c:v>
                </c:pt>
                <c:pt idx="220">
                  <c:v>6.33333333333</c:v>
                </c:pt>
                <c:pt idx="221">
                  <c:v>6.41666666667</c:v>
                </c:pt>
                <c:pt idx="222">
                  <c:v>6.5</c:v>
                </c:pt>
                <c:pt idx="223">
                  <c:v>6.58333333333</c:v>
                </c:pt>
                <c:pt idx="224">
                  <c:v>6.66666666667</c:v>
                </c:pt>
                <c:pt idx="225">
                  <c:v>6.75</c:v>
                </c:pt>
                <c:pt idx="226">
                  <c:v>6.83333333333</c:v>
                </c:pt>
                <c:pt idx="227">
                  <c:v>6.91666666667</c:v>
                </c:pt>
                <c:pt idx="228">
                  <c:v>7</c:v>
                </c:pt>
                <c:pt idx="229">
                  <c:v>7.08333333333</c:v>
                </c:pt>
                <c:pt idx="230">
                  <c:v>7.16666666667</c:v>
                </c:pt>
                <c:pt idx="231">
                  <c:v>7.25</c:v>
                </c:pt>
                <c:pt idx="232">
                  <c:v>7.33333333333</c:v>
                </c:pt>
                <c:pt idx="233">
                  <c:v>7.41666666667</c:v>
                </c:pt>
                <c:pt idx="234">
                  <c:v>7.5</c:v>
                </c:pt>
                <c:pt idx="235">
                  <c:v>7.58333333333</c:v>
                </c:pt>
                <c:pt idx="236">
                  <c:v>7.66666666667</c:v>
                </c:pt>
                <c:pt idx="237">
                  <c:v>7.75</c:v>
                </c:pt>
                <c:pt idx="238">
                  <c:v>7.83333333333</c:v>
                </c:pt>
                <c:pt idx="239">
                  <c:v>7.91666666667</c:v>
                </c:pt>
                <c:pt idx="240">
                  <c:v>8</c:v>
                </c:pt>
                <c:pt idx="241">
                  <c:v>8.08333333333</c:v>
                </c:pt>
                <c:pt idx="242">
                  <c:v>8.16666666667</c:v>
                </c:pt>
                <c:pt idx="243">
                  <c:v>8.25</c:v>
                </c:pt>
                <c:pt idx="244">
                  <c:v>8.33333333333</c:v>
                </c:pt>
                <c:pt idx="245">
                  <c:v>8.41666666667</c:v>
                </c:pt>
                <c:pt idx="246">
                  <c:v>8.5</c:v>
                </c:pt>
                <c:pt idx="247">
                  <c:v>8.58333333333</c:v>
                </c:pt>
                <c:pt idx="248">
                  <c:v>8.66666666667</c:v>
                </c:pt>
                <c:pt idx="249">
                  <c:v>8.75</c:v>
                </c:pt>
                <c:pt idx="250">
                  <c:v>8.83333333333</c:v>
                </c:pt>
                <c:pt idx="251">
                  <c:v>8.91666666667</c:v>
                </c:pt>
                <c:pt idx="252">
                  <c:v>9</c:v>
                </c:pt>
                <c:pt idx="253">
                  <c:v>9.08333333333</c:v>
                </c:pt>
                <c:pt idx="254">
                  <c:v>9.16666666667</c:v>
                </c:pt>
                <c:pt idx="255">
                  <c:v>9.25</c:v>
                </c:pt>
                <c:pt idx="256">
                  <c:v>9.33333333333</c:v>
                </c:pt>
                <c:pt idx="257">
                  <c:v>9.41666666667</c:v>
                </c:pt>
                <c:pt idx="258">
                  <c:v>9.5</c:v>
                </c:pt>
                <c:pt idx="259">
                  <c:v>9.58333333333</c:v>
                </c:pt>
                <c:pt idx="260">
                  <c:v>9.66666666667</c:v>
                </c:pt>
                <c:pt idx="261">
                  <c:v>9.75</c:v>
                </c:pt>
                <c:pt idx="262">
                  <c:v>9.83333333333</c:v>
                </c:pt>
                <c:pt idx="263">
                  <c:v>9.91666666667</c:v>
                </c:pt>
                <c:pt idx="264">
                  <c:v>10</c:v>
                </c:pt>
                <c:pt idx="265">
                  <c:v>10.0833333333</c:v>
                </c:pt>
                <c:pt idx="266">
                  <c:v>10.1666666667</c:v>
                </c:pt>
                <c:pt idx="267">
                  <c:v>10.25</c:v>
                </c:pt>
                <c:pt idx="268">
                  <c:v>10.3333333333</c:v>
                </c:pt>
                <c:pt idx="269">
                  <c:v>10.4166666667</c:v>
                </c:pt>
                <c:pt idx="270">
                  <c:v>10.5</c:v>
                </c:pt>
                <c:pt idx="271">
                  <c:v>10.5833333333</c:v>
                </c:pt>
                <c:pt idx="272">
                  <c:v>10.6666666667</c:v>
                </c:pt>
                <c:pt idx="273">
                  <c:v>10.75</c:v>
                </c:pt>
                <c:pt idx="274">
                  <c:v>10.8333333333</c:v>
                </c:pt>
                <c:pt idx="275">
                  <c:v>10.9166666667</c:v>
                </c:pt>
                <c:pt idx="276">
                  <c:v>11</c:v>
                </c:pt>
                <c:pt idx="277">
                  <c:v>11.0833333333</c:v>
                </c:pt>
                <c:pt idx="278">
                  <c:v>11.1666666667</c:v>
                </c:pt>
                <c:pt idx="279">
                  <c:v>11.25</c:v>
                </c:pt>
                <c:pt idx="280">
                  <c:v>11.3333333333</c:v>
                </c:pt>
                <c:pt idx="281">
                  <c:v>11.4166666667</c:v>
                </c:pt>
                <c:pt idx="282">
                  <c:v>11.5</c:v>
                </c:pt>
                <c:pt idx="283">
                  <c:v>11.5833333333</c:v>
                </c:pt>
                <c:pt idx="284">
                  <c:v>11.6666666667</c:v>
                </c:pt>
                <c:pt idx="285">
                  <c:v>11.75</c:v>
                </c:pt>
                <c:pt idx="286">
                  <c:v>11.8333333333</c:v>
                </c:pt>
                <c:pt idx="287">
                  <c:v>11.9166666667</c:v>
                </c:pt>
                <c:pt idx="288">
                  <c:v>12</c:v>
                </c:pt>
              </c:numCache>
            </c:numRef>
          </c:xVal>
          <c:yVal>
            <c:numRef>
              <c:f>'Chart Data'!$D$2:$D$290</c:f>
              <c:numCache>
                <c:formatCode>General</c:formatCode>
                <c:ptCount val="289"/>
                <c:pt idx="0">
                  <c:v>2.01177</c:v>
                </c:pt>
                <c:pt idx="1">
                  <c:v>1.98417</c:v>
                </c:pt>
                <c:pt idx="2">
                  <c:v>1.97138</c:v>
                </c:pt>
                <c:pt idx="3">
                  <c:v>1.94134</c:v>
                </c:pt>
                <c:pt idx="4">
                  <c:v>2.02791</c:v>
                </c:pt>
                <c:pt idx="5">
                  <c:v>2.01264</c:v>
                </c:pt>
                <c:pt idx="6">
                  <c:v>2.02513</c:v>
                </c:pt>
                <c:pt idx="7">
                  <c:v>2.02168</c:v>
                </c:pt>
                <c:pt idx="8">
                  <c:v>2.03204</c:v>
                </c:pt>
                <c:pt idx="9">
                  <c:v>2.05096</c:v>
                </c:pt>
                <c:pt idx="10">
                  <c:v>2.02345</c:v>
                </c:pt>
                <c:pt idx="11">
                  <c:v>2.04017</c:v>
                </c:pt>
                <c:pt idx="12">
                  <c:v>1.96866</c:v>
                </c:pt>
                <c:pt idx="13">
                  <c:v>1.95515</c:v>
                </c:pt>
                <c:pt idx="14">
                  <c:v>1.94496</c:v>
                </c:pt>
                <c:pt idx="15">
                  <c:v>1.96602</c:v>
                </c:pt>
                <c:pt idx="16">
                  <c:v>1.97538</c:v>
                </c:pt>
                <c:pt idx="17">
                  <c:v>1.9671</c:v>
                </c:pt>
                <c:pt idx="18">
                  <c:v>1.93794</c:v>
                </c:pt>
                <c:pt idx="19">
                  <c:v>1.93471</c:v>
                </c:pt>
                <c:pt idx="20">
                  <c:v>1.97151</c:v>
                </c:pt>
                <c:pt idx="21">
                  <c:v>2.00213</c:v>
                </c:pt>
                <c:pt idx="22">
                  <c:v>1.99468</c:v>
                </c:pt>
                <c:pt idx="23">
                  <c:v>1.97603</c:v>
                </c:pt>
                <c:pt idx="24">
                  <c:v>1.97035</c:v>
                </c:pt>
                <c:pt idx="25">
                  <c:v>1.98894</c:v>
                </c:pt>
                <c:pt idx="26">
                  <c:v>1.99234</c:v>
                </c:pt>
                <c:pt idx="27">
                  <c:v>1.98477</c:v>
                </c:pt>
                <c:pt idx="28">
                  <c:v>1.97888</c:v>
                </c:pt>
                <c:pt idx="29">
                  <c:v>1.96382</c:v>
                </c:pt>
                <c:pt idx="30">
                  <c:v>1.97881</c:v>
                </c:pt>
                <c:pt idx="31">
                  <c:v>1.96611</c:v>
                </c:pt>
                <c:pt idx="32">
                  <c:v>1.93001</c:v>
                </c:pt>
                <c:pt idx="33">
                  <c:v>1.92989</c:v>
                </c:pt>
                <c:pt idx="34">
                  <c:v>1.92548</c:v>
                </c:pt>
                <c:pt idx="35">
                  <c:v>1.93124</c:v>
                </c:pt>
                <c:pt idx="36">
                  <c:v>1.92822</c:v>
                </c:pt>
                <c:pt idx="37">
                  <c:v>1.94406</c:v>
                </c:pt>
                <c:pt idx="38">
                  <c:v>1.96725</c:v>
                </c:pt>
                <c:pt idx="39">
                  <c:v>1.95613</c:v>
                </c:pt>
                <c:pt idx="40">
                  <c:v>1.9149</c:v>
                </c:pt>
                <c:pt idx="41">
                  <c:v>1.9284</c:v>
                </c:pt>
                <c:pt idx="42">
                  <c:v>1.96561</c:v>
                </c:pt>
                <c:pt idx="43">
                  <c:v>1.948</c:v>
                </c:pt>
                <c:pt idx="44">
                  <c:v>1.96337</c:v>
                </c:pt>
                <c:pt idx="45">
                  <c:v>1.98111</c:v>
                </c:pt>
                <c:pt idx="46">
                  <c:v>1.9469</c:v>
                </c:pt>
                <c:pt idx="47">
                  <c:v>1.90331</c:v>
                </c:pt>
                <c:pt idx="48">
                  <c:v>1.90347</c:v>
                </c:pt>
                <c:pt idx="49">
                  <c:v>1.93076</c:v>
                </c:pt>
                <c:pt idx="50">
                  <c:v>1.92689</c:v>
                </c:pt>
                <c:pt idx="51">
                  <c:v>1.89778</c:v>
                </c:pt>
                <c:pt idx="52">
                  <c:v>1.81638</c:v>
                </c:pt>
                <c:pt idx="53">
                  <c:v>1.8043</c:v>
                </c:pt>
                <c:pt idx="54">
                  <c:v>1.82282</c:v>
                </c:pt>
                <c:pt idx="55">
                  <c:v>1.81773</c:v>
                </c:pt>
                <c:pt idx="56">
                  <c:v>1.8146</c:v>
                </c:pt>
                <c:pt idx="57">
                  <c:v>1.81228</c:v>
                </c:pt>
                <c:pt idx="58">
                  <c:v>1.8594</c:v>
                </c:pt>
                <c:pt idx="59">
                  <c:v>1.87529</c:v>
                </c:pt>
                <c:pt idx="60">
                  <c:v>1.8283</c:v>
                </c:pt>
                <c:pt idx="61">
                  <c:v>1.84706</c:v>
                </c:pt>
                <c:pt idx="62">
                  <c:v>1.84646</c:v>
                </c:pt>
                <c:pt idx="63">
                  <c:v>1.87237</c:v>
                </c:pt>
                <c:pt idx="64">
                  <c:v>1.85795</c:v>
                </c:pt>
                <c:pt idx="65">
                  <c:v>1.80824</c:v>
                </c:pt>
                <c:pt idx="66">
                  <c:v>1.80082</c:v>
                </c:pt>
                <c:pt idx="67">
                  <c:v>1.8279</c:v>
                </c:pt>
                <c:pt idx="68">
                  <c:v>1.87471</c:v>
                </c:pt>
                <c:pt idx="69">
                  <c:v>1.85524</c:v>
                </c:pt>
                <c:pt idx="70">
                  <c:v>1.81271</c:v>
                </c:pt>
                <c:pt idx="71">
                  <c:v>1.80303</c:v>
                </c:pt>
                <c:pt idx="72">
                  <c:v>1.80357</c:v>
                </c:pt>
                <c:pt idx="73">
                  <c:v>1.81636</c:v>
                </c:pt>
                <c:pt idx="74">
                  <c:v>1.84351</c:v>
                </c:pt>
                <c:pt idx="75">
                  <c:v>1.81495</c:v>
                </c:pt>
                <c:pt idx="76">
                  <c:v>1.83141</c:v>
                </c:pt>
                <c:pt idx="77">
                  <c:v>1.86113</c:v>
                </c:pt>
                <c:pt idx="78">
                  <c:v>1.85189</c:v>
                </c:pt>
                <c:pt idx="79">
                  <c:v>1.85494</c:v>
                </c:pt>
                <c:pt idx="80">
                  <c:v>1.92187</c:v>
                </c:pt>
                <c:pt idx="81">
                  <c:v>1.8933</c:v>
                </c:pt>
                <c:pt idx="82">
                  <c:v>1.98623</c:v>
                </c:pt>
                <c:pt idx="83">
                  <c:v>2.04006</c:v>
                </c:pt>
                <c:pt idx="84">
                  <c:v>2.04788</c:v>
                </c:pt>
                <c:pt idx="85">
                  <c:v>2.04911</c:v>
                </c:pt>
                <c:pt idx="86">
                  <c:v>2.04338</c:v>
                </c:pt>
                <c:pt idx="87">
                  <c:v>2.05269</c:v>
                </c:pt>
                <c:pt idx="88">
                  <c:v>2.06003</c:v>
                </c:pt>
                <c:pt idx="89">
                  <c:v>2.16526</c:v>
                </c:pt>
                <c:pt idx="90">
                  <c:v>2.22673</c:v>
                </c:pt>
                <c:pt idx="91">
                  <c:v>2.25203</c:v>
                </c:pt>
                <c:pt idx="92">
                  <c:v>2.27118</c:v>
                </c:pt>
                <c:pt idx="93">
                  <c:v>2.11952</c:v>
                </c:pt>
                <c:pt idx="94">
                  <c:v>2.11975</c:v>
                </c:pt>
                <c:pt idx="95">
                  <c:v>2.20536</c:v>
                </c:pt>
                <c:pt idx="96">
                  <c:v>2.22243</c:v>
                </c:pt>
                <c:pt idx="97">
                  <c:v>2.17894</c:v>
                </c:pt>
                <c:pt idx="98">
                  <c:v>2.16643</c:v>
                </c:pt>
                <c:pt idx="99">
                  <c:v>2.15937</c:v>
                </c:pt>
                <c:pt idx="100">
                  <c:v>2.16796</c:v>
                </c:pt>
                <c:pt idx="101">
                  <c:v>2.16866</c:v>
                </c:pt>
                <c:pt idx="102">
                  <c:v>2.1895</c:v>
                </c:pt>
                <c:pt idx="103">
                  <c:v>2.21549</c:v>
                </c:pt>
                <c:pt idx="104">
                  <c:v>2.18517</c:v>
                </c:pt>
                <c:pt idx="105">
                  <c:v>2.25077</c:v>
                </c:pt>
                <c:pt idx="106">
                  <c:v>2.20098</c:v>
                </c:pt>
                <c:pt idx="107">
                  <c:v>2.15756</c:v>
                </c:pt>
                <c:pt idx="108">
                  <c:v>2.26625</c:v>
                </c:pt>
                <c:pt idx="109">
                  <c:v>2.41588</c:v>
                </c:pt>
                <c:pt idx="110">
                  <c:v>2.49681</c:v>
                </c:pt>
                <c:pt idx="111">
                  <c:v>2.46402</c:v>
                </c:pt>
                <c:pt idx="112">
                  <c:v>2.56499</c:v>
                </c:pt>
                <c:pt idx="113">
                  <c:v>2.63783</c:v>
                </c:pt>
                <c:pt idx="114">
                  <c:v>2.61781</c:v>
                </c:pt>
                <c:pt idx="115">
                  <c:v>2.50865</c:v>
                </c:pt>
                <c:pt idx="116">
                  <c:v>2.4255</c:v>
                </c:pt>
                <c:pt idx="117">
                  <c:v>2.3547</c:v>
                </c:pt>
                <c:pt idx="118">
                  <c:v>2.42723</c:v>
                </c:pt>
                <c:pt idx="119">
                  <c:v>2.45561</c:v>
                </c:pt>
                <c:pt idx="120">
                  <c:v>2.4088</c:v>
                </c:pt>
                <c:pt idx="121">
                  <c:v>2.38405</c:v>
                </c:pt>
                <c:pt idx="122">
                  <c:v>2.86093</c:v>
                </c:pt>
                <c:pt idx="123">
                  <c:v>2.38467</c:v>
                </c:pt>
                <c:pt idx="124">
                  <c:v>2.40554</c:v>
                </c:pt>
                <c:pt idx="125">
                  <c:v>2.6109</c:v>
                </c:pt>
                <c:pt idx="126">
                  <c:v>2.35912</c:v>
                </c:pt>
                <c:pt idx="127">
                  <c:v>2.33541</c:v>
                </c:pt>
                <c:pt idx="128">
                  <c:v>2.26449</c:v>
                </c:pt>
                <c:pt idx="129">
                  <c:v>2.00262</c:v>
                </c:pt>
                <c:pt idx="130">
                  <c:v>2.19679</c:v>
                </c:pt>
                <c:pt idx="131">
                  <c:v>2.41063</c:v>
                </c:pt>
                <c:pt idx="132">
                  <c:v>2.23088</c:v>
                </c:pt>
                <c:pt idx="133">
                  <c:v>2.03573</c:v>
                </c:pt>
                <c:pt idx="134">
                  <c:v>2.08886</c:v>
                </c:pt>
                <c:pt idx="135">
                  <c:v>2.13047</c:v>
                </c:pt>
                <c:pt idx="136">
                  <c:v>2.19293</c:v>
                </c:pt>
                <c:pt idx="137">
                  <c:v>2.2353</c:v>
                </c:pt>
                <c:pt idx="138">
                  <c:v>2.67323</c:v>
                </c:pt>
                <c:pt idx="139">
                  <c:v>2.51051</c:v>
                </c:pt>
                <c:pt idx="140">
                  <c:v>2.4133</c:v>
                </c:pt>
                <c:pt idx="141">
                  <c:v>2.35322</c:v>
                </c:pt>
                <c:pt idx="142">
                  <c:v>2.43265</c:v>
                </c:pt>
                <c:pt idx="143">
                  <c:v>2.48339</c:v>
                </c:pt>
                <c:pt idx="144">
                  <c:v>1.05065</c:v>
                </c:pt>
                <c:pt idx="145">
                  <c:v>2.32906</c:v>
                </c:pt>
                <c:pt idx="146">
                  <c:v>2.59919</c:v>
                </c:pt>
                <c:pt idx="147">
                  <c:v>2.02393</c:v>
                </c:pt>
                <c:pt idx="148">
                  <c:v>1.93025</c:v>
                </c:pt>
                <c:pt idx="149">
                  <c:v>1.96759</c:v>
                </c:pt>
                <c:pt idx="150">
                  <c:v>1.88913</c:v>
                </c:pt>
                <c:pt idx="151">
                  <c:v>1.84962</c:v>
                </c:pt>
                <c:pt idx="152">
                  <c:v>1.82713</c:v>
                </c:pt>
                <c:pt idx="153">
                  <c:v>1.83582</c:v>
                </c:pt>
                <c:pt idx="154">
                  <c:v>1.85469</c:v>
                </c:pt>
                <c:pt idx="155">
                  <c:v>1.8731</c:v>
                </c:pt>
                <c:pt idx="156">
                  <c:v>1.90382</c:v>
                </c:pt>
                <c:pt idx="157">
                  <c:v>2.15337</c:v>
                </c:pt>
                <c:pt idx="158">
                  <c:v>2.19446</c:v>
                </c:pt>
                <c:pt idx="159">
                  <c:v>2.19269</c:v>
                </c:pt>
                <c:pt idx="160">
                  <c:v>2.20062</c:v>
                </c:pt>
                <c:pt idx="161">
                  <c:v>2.18084</c:v>
                </c:pt>
                <c:pt idx="162">
                  <c:v>2.89613</c:v>
                </c:pt>
                <c:pt idx="163">
                  <c:v>2.12929</c:v>
                </c:pt>
                <c:pt idx="164">
                  <c:v>2.1309</c:v>
                </c:pt>
                <c:pt idx="165">
                  <c:v>2.12532</c:v>
                </c:pt>
                <c:pt idx="166">
                  <c:v>2.11651</c:v>
                </c:pt>
                <c:pt idx="167">
                  <c:v>2.17135</c:v>
                </c:pt>
                <c:pt idx="168">
                  <c:v>2.18435</c:v>
                </c:pt>
                <c:pt idx="169">
                  <c:v>2.16686</c:v>
                </c:pt>
                <c:pt idx="170">
                  <c:v>2.63458</c:v>
                </c:pt>
                <c:pt idx="171">
                  <c:v>2.24228</c:v>
                </c:pt>
                <c:pt idx="172">
                  <c:v>2.24068</c:v>
                </c:pt>
                <c:pt idx="173">
                  <c:v>2.21561</c:v>
                </c:pt>
                <c:pt idx="174">
                  <c:v>2.12257</c:v>
                </c:pt>
                <c:pt idx="175">
                  <c:v>2.0653</c:v>
                </c:pt>
                <c:pt idx="176">
                  <c:v>2.03419</c:v>
                </c:pt>
                <c:pt idx="177">
                  <c:v>2.08973</c:v>
                </c:pt>
                <c:pt idx="178">
                  <c:v>2.04423</c:v>
                </c:pt>
                <c:pt idx="179">
                  <c:v>1.99856</c:v>
                </c:pt>
                <c:pt idx="180">
                  <c:v>1.99896</c:v>
                </c:pt>
                <c:pt idx="181">
                  <c:v>2.09135</c:v>
                </c:pt>
                <c:pt idx="182">
                  <c:v>6.245565</c:v>
                </c:pt>
                <c:pt idx="183">
                  <c:v>6.245565</c:v>
                </c:pt>
                <c:pt idx="184">
                  <c:v>6.245565</c:v>
                </c:pt>
                <c:pt idx="185">
                  <c:v>6.245565</c:v>
                </c:pt>
                <c:pt idx="186">
                  <c:v>6.245565</c:v>
                </c:pt>
                <c:pt idx="187">
                  <c:v>6.245565</c:v>
                </c:pt>
                <c:pt idx="188">
                  <c:v>6.245565</c:v>
                </c:pt>
                <c:pt idx="189">
                  <c:v>6.245565</c:v>
                </c:pt>
                <c:pt idx="190">
                  <c:v>6.245565</c:v>
                </c:pt>
                <c:pt idx="191">
                  <c:v>6.245565</c:v>
                </c:pt>
                <c:pt idx="192">
                  <c:v>6.245565</c:v>
                </c:pt>
                <c:pt idx="193">
                  <c:v>6.245565</c:v>
                </c:pt>
                <c:pt idx="194">
                  <c:v>6.245565</c:v>
                </c:pt>
                <c:pt idx="195">
                  <c:v>2.33711</c:v>
                </c:pt>
                <c:pt idx="196">
                  <c:v>2.33558</c:v>
                </c:pt>
                <c:pt idx="197">
                  <c:v>2.27587</c:v>
                </c:pt>
                <c:pt idx="198">
                  <c:v>3.14892</c:v>
                </c:pt>
                <c:pt idx="199">
                  <c:v>2.44187</c:v>
                </c:pt>
                <c:pt idx="200">
                  <c:v>2.33202</c:v>
                </c:pt>
                <c:pt idx="201">
                  <c:v>2.61491</c:v>
                </c:pt>
                <c:pt idx="202">
                  <c:v>2.58402</c:v>
                </c:pt>
                <c:pt idx="203">
                  <c:v>2.63682</c:v>
                </c:pt>
                <c:pt idx="204">
                  <c:v>2.90089</c:v>
                </c:pt>
                <c:pt idx="205">
                  <c:v>2.88376</c:v>
                </c:pt>
                <c:pt idx="206">
                  <c:v>2.75708</c:v>
                </c:pt>
                <c:pt idx="207">
                  <c:v>2.67237</c:v>
                </c:pt>
                <c:pt idx="208">
                  <c:v>2.53759</c:v>
                </c:pt>
                <c:pt idx="209">
                  <c:v>2.57063</c:v>
                </c:pt>
                <c:pt idx="210">
                  <c:v>2.55548</c:v>
                </c:pt>
                <c:pt idx="211">
                  <c:v>2.55247</c:v>
                </c:pt>
                <c:pt idx="212">
                  <c:v>2.67942</c:v>
                </c:pt>
                <c:pt idx="213">
                  <c:v>2.65961</c:v>
                </c:pt>
                <c:pt idx="214">
                  <c:v>2.80185</c:v>
                </c:pt>
                <c:pt idx="215">
                  <c:v>3.63613</c:v>
                </c:pt>
                <c:pt idx="216">
                  <c:v>2.68788</c:v>
                </c:pt>
                <c:pt idx="217">
                  <c:v>2.75702</c:v>
                </c:pt>
                <c:pt idx="218">
                  <c:v>2.74582</c:v>
                </c:pt>
                <c:pt idx="219">
                  <c:v>2.73815</c:v>
                </c:pt>
                <c:pt idx="220">
                  <c:v>2.68018</c:v>
                </c:pt>
                <c:pt idx="221">
                  <c:v>3.19284</c:v>
                </c:pt>
                <c:pt idx="222">
                  <c:v>2.76878</c:v>
                </c:pt>
                <c:pt idx="223">
                  <c:v>2.71348</c:v>
                </c:pt>
                <c:pt idx="224">
                  <c:v>2.80558</c:v>
                </c:pt>
                <c:pt idx="225">
                  <c:v>2.9003</c:v>
                </c:pt>
                <c:pt idx="226">
                  <c:v>2.90911</c:v>
                </c:pt>
                <c:pt idx="227">
                  <c:v>2.86086</c:v>
                </c:pt>
                <c:pt idx="228">
                  <c:v>2.85363</c:v>
                </c:pt>
                <c:pt idx="229">
                  <c:v>2.85819</c:v>
                </c:pt>
                <c:pt idx="230">
                  <c:v>2.83643</c:v>
                </c:pt>
                <c:pt idx="231">
                  <c:v>2.82399</c:v>
                </c:pt>
                <c:pt idx="232">
                  <c:v>2.80006</c:v>
                </c:pt>
                <c:pt idx="233">
                  <c:v>2.80198</c:v>
                </c:pt>
                <c:pt idx="234">
                  <c:v>2.81206</c:v>
                </c:pt>
                <c:pt idx="235">
                  <c:v>2.94351</c:v>
                </c:pt>
                <c:pt idx="236">
                  <c:v>3.00467</c:v>
                </c:pt>
                <c:pt idx="237">
                  <c:v>2.9889</c:v>
                </c:pt>
                <c:pt idx="238">
                  <c:v>2.9944</c:v>
                </c:pt>
                <c:pt idx="239">
                  <c:v>2.97177</c:v>
                </c:pt>
                <c:pt idx="240">
                  <c:v>2.948</c:v>
                </c:pt>
                <c:pt idx="241">
                  <c:v>3.56365</c:v>
                </c:pt>
                <c:pt idx="242">
                  <c:v>2.86205</c:v>
                </c:pt>
                <c:pt idx="243">
                  <c:v>2.86056</c:v>
                </c:pt>
                <c:pt idx="244">
                  <c:v>2.78605</c:v>
                </c:pt>
                <c:pt idx="245">
                  <c:v>2.72837</c:v>
                </c:pt>
                <c:pt idx="246">
                  <c:v>2.74412</c:v>
                </c:pt>
                <c:pt idx="247">
                  <c:v>2.71163</c:v>
                </c:pt>
                <c:pt idx="248">
                  <c:v>2.6865</c:v>
                </c:pt>
                <c:pt idx="249">
                  <c:v>2.66692</c:v>
                </c:pt>
                <c:pt idx="250">
                  <c:v>2.67795</c:v>
                </c:pt>
                <c:pt idx="251">
                  <c:v>2.68837</c:v>
                </c:pt>
                <c:pt idx="252">
                  <c:v>2.66032</c:v>
                </c:pt>
                <c:pt idx="253">
                  <c:v>2.64043</c:v>
                </c:pt>
                <c:pt idx="254">
                  <c:v>2.61652</c:v>
                </c:pt>
                <c:pt idx="255">
                  <c:v>2.58468</c:v>
                </c:pt>
                <c:pt idx="256">
                  <c:v>2.55832</c:v>
                </c:pt>
                <c:pt idx="257">
                  <c:v>2.56722</c:v>
                </c:pt>
                <c:pt idx="258">
                  <c:v>2.57716</c:v>
                </c:pt>
                <c:pt idx="259">
                  <c:v>2.56824</c:v>
                </c:pt>
                <c:pt idx="260">
                  <c:v>2.51896</c:v>
                </c:pt>
                <c:pt idx="261">
                  <c:v>2.50663</c:v>
                </c:pt>
                <c:pt idx="262">
                  <c:v>2.49643</c:v>
                </c:pt>
                <c:pt idx="263">
                  <c:v>2.51062</c:v>
                </c:pt>
                <c:pt idx="264">
                  <c:v>2.47009</c:v>
                </c:pt>
                <c:pt idx="265">
                  <c:v>2.41027</c:v>
                </c:pt>
                <c:pt idx="266">
                  <c:v>2.44888</c:v>
                </c:pt>
                <c:pt idx="267">
                  <c:v>2.46614</c:v>
                </c:pt>
                <c:pt idx="268">
                  <c:v>2.47389</c:v>
                </c:pt>
                <c:pt idx="269">
                  <c:v>3.00708</c:v>
                </c:pt>
                <c:pt idx="270">
                  <c:v>2.46116</c:v>
                </c:pt>
                <c:pt idx="271">
                  <c:v>2.38929</c:v>
                </c:pt>
                <c:pt idx="272">
                  <c:v>2.37939</c:v>
                </c:pt>
                <c:pt idx="273">
                  <c:v>2.34888</c:v>
                </c:pt>
                <c:pt idx="274">
                  <c:v>2.29842</c:v>
                </c:pt>
                <c:pt idx="275">
                  <c:v>2.33933</c:v>
                </c:pt>
                <c:pt idx="276">
                  <c:v>2.35876</c:v>
                </c:pt>
                <c:pt idx="277">
                  <c:v>2.37226</c:v>
                </c:pt>
                <c:pt idx="278">
                  <c:v>2.37113</c:v>
                </c:pt>
                <c:pt idx="279">
                  <c:v>2.31427</c:v>
                </c:pt>
                <c:pt idx="280">
                  <c:v>2.24364</c:v>
                </c:pt>
                <c:pt idx="281">
                  <c:v>2.20274</c:v>
                </c:pt>
                <c:pt idx="282">
                  <c:v>2.18197</c:v>
                </c:pt>
                <c:pt idx="283">
                  <c:v>2.16021</c:v>
                </c:pt>
                <c:pt idx="284">
                  <c:v>2.14833</c:v>
                </c:pt>
                <c:pt idx="285">
                  <c:v>2.14766</c:v>
                </c:pt>
                <c:pt idx="286">
                  <c:v>2.14309</c:v>
                </c:pt>
                <c:pt idx="287">
                  <c:v>2.16809</c:v>
                </c:pt>
                <c:pt idx="288">
                  <c:v>2.14998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6EEF2"/>
              </a:solidFill>
            </a:ln>
          </c:spPr>
        </c:majorGridlines>
        <c:title>
          <c:tx>
            <c:rich>
              <a:bodyPr xmlns:a="http://schemas.openxmlformats.org/drawingml/2006/main"/>
              <a:lstStyle xmlns:a="http://schemas.openxmlformats.org/drawingml/2006/main"/>
              <a:p xmlns:a="http://schemas.openxmlformats.org/drawingml/2006/main">
                <a:r>
                  <a:rPr sz="1425">
                    <a:solidFill>
                      <a:srgbClr val="233B4D"/>
                    </a:solidFill>
                    <a:latin typeface="Arial"/>
                    <a:ea typeface="Arial"/>
                    <a:cs typeface="Arial"/>
                  </a:rPr>
                  <a:t>kW</a:t>
                </a:r>
              </a:p>
            </c:rich>
          </c:tx>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37786"/>
                </a:solidFill>
                <a:latin typeface="Arial"/>
                <a:ea typeface="Arial"/>
                <a:cs typeface="Arial"/>
              </a:defRPr>
            </a:pPr>
          </a:p>
        </c:txPr>
        <c:crossAx val="48650112"/>
      </c:valAx>
      <c:valAx>
        <c:axId val="48650112"/>
        <c:scaling>
          <c:orientation val="minMax"/>
          <c:max val="12"/>
          <c:min val="-1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37786"/>
                </a:solidFill>
                <a:latin typeface="Arial"/>
                <a:ea typeface="Arial"/>
                <a:cs typeface="Arial"/>
              </a:defRPr>
            </a:pPr>
          </a:p>
        </c:txPr>
        <c:crossAx val="48672768"/>
        <c:majorUnit val="3"/>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33B4D"/>
              </a:solidFill>
              <a:latin typeface="Arial"/>
              <a:ea typeface="Arial"/>
              <a:cs typeface="Arial"/>
            </a:defRPr>
          </a:pPr>
        </a:p>
      </c:txPr>
    </c:legend>
    <c:plotVisOnly val="1"/>
    <c:dispBlanksAs val="gap"/>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F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A60D192-21C4-460B-A183-0EF09EE909DD}"/>
              </a:ext>
            </a:extLst>
          </p:cNvPr>
          <p:cNvSpPr>
            <a:spLocks xmlns:a="http://schemas.openxmlformats.org/drawingml/2006/main" noGrp="1"/>
          </p:cNvSpPr>
          <p:nvPr/>
        </p:nvSpPr>
        <p:spPr>
          <a:xfrm xmlns:a="http://schemas.openxmlformats.org/drawingml/2006/main">
            <a:off x="723900" y="1524000"/>
            <a:ext cx="10477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Electricity Meter</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Anomaly Detection</a:t>
            </a:r>
          </a:p>
        </p:txBody>
      </p:sp>
      <p:sp>
        <p:nvSpPr>
          <p:cNvPr id="2" name="">
            <a:extLst xmlns:a="http://schemas.openxmlformats.org/drawingml/2006/main">
              <a:ext uri="{FF2B5EF4-FFF2-40B4-BE49-F238E27FC236}">
                <a16:creationId xmlns:a16="http://schemas.microsoft.com/office/drawing/2014/main" id="{BD3E7D72-6D6B-417B-84D4-7C65D3D9D058}"/>
              </a:ext>
            </a:extLst>
          </p:cNvPr>
          <p:cNvSpPr>
            <a:spLocks xmlns:a="http://schemas.openxmlformats.org/drawingml/2006/main" noGrp="1"/>
          </p:cNvSpPr>
          <p:nvPr/>
        </p:nvSpPr>
        <p:spPr>
          <a:xfrm xmlns:a="http://schemas.openxmlformats.org/drawingml/2006/main">
            <a:off x="762000" y="3829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FD8E5"/>
                </a:solidFill>
                <a:latin typeface="Arial"/>
                <a:ea typeface="Arial"/>
                <a:cs typeface="Arial"/>
              </a:defRPr>
            </a:pPr>
            <a:r>
              <a:rPr sz="2250" b="0">
                <a:solidFill>
                  <a:srgbClr val="BFD8E5"/>
                </a:solidFill>
                <a:latin typeface="Arial"/>
                <a:ea typeface="Arial"/>
                <a:cs typeface="Arial"/>
              </a:rPr>
              <a:t>Semester 2 project presentation</a:t>
            </a:r>
          </a:p>
        </p:txBody>
      </p:sp>
      <p:sp>
        <p:nvSpPr>
          <p:cNvPr id="3" name="">
            <a:extLst xmlns:a="http://schemas.openxmlformats.org/drawingml/2006/main">
              <a:ext uri="{FF2B5EF4-FFF2-40B4-BE49-F238E27FC236}">
                <a16:creationId xmlns:a16="http://schemas.microsoft.com/office/drawing/2014/main" id="{23A679EB-129A-419C-82B7-844E2ECE2756}"/>
              </a:ext>
            </a:extLst>
          </p:cNvPr>
          <p:cNvSpPr>
            <a:spLocks xmlns:a="http://schemas.openxmlformats.org/drawingml/2006/main" noGrp="1"/>
          </p:cNvSpPr>
          <p:nvPr/>
        </p:nvSpPr>
        <p:spPr>
          <a:xfrm xmlns:a="http://schemas.openxmlformats.org/drawingml/2006/main">
            <a:off x="762000" y="53911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Group 14</a:t>
            </a:r>
          </a:p>
        </p:txBody>
      </p:sp>
    </p:spTree>
    <p:extLst>
      <p:ext uri="{BB962C8B-B14F-4D97-AF65-F5344CB8AC3E}">
        <p14:creationId xmlns:p14="http://schemas.microsoft.com/office/powerpoint/2010/main" val="7263030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D06A54-0C71-42DD-BB3F-550F4655C8F0}"/>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Team and industry scope</a:t>
            </a:r>
          </a:p>
        </p:txBody>
      </p:sp>
      <p:sp>
        <p:nvSpPr>
          <p:cNvPr id="2" name="">
            <a:extLst xmlns:a="http://schemas.openxmlformats.org/drawingml/2006/main">
              <a:ext uri="{FF2B5EF4-FFF2-40B4-BE49-F238E27FC236}">
                <a16:creationId xmlns:a16="http://schemas.microsoft.com/office/drawing/2014/main" id="{8B511DF7-564D-46A8-89DA-FF7B437604D2}"/>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3E437973-7FDE-45ED-9CEF-E7771A8FC88C}"/>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D4C76E6-914F-4677-B685-D58F916B4706}"/>
              </a:ext>
            </a:extLst>
          </p:cNvPr>
          <p:cNvSpPr>
            <a:spLocks xmlns:a="http://schemas.openxmlformats.org/drawingml/2006/main" noGrp="1"/>
          </p:cNvSpPr>
          <p:nvPr/>
        </p:nvSpPr>
        <p:spPr>
          <a:xfrm xmlns:a="http://schemas.openxmlformats.org/drawingml/2006/main">
            <a:off x="609600" y="1571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5"/>
                </a:solidFill>
                <a:latin typeface="Arial"/>
                <a:ea typeface="Arial"/>
                <a:cs typeface="Arial"/>
              </a:defRPr>
            </a:pPr>
            <a:r>
              <a:rPr sz="2250" b="1">
                <a:solidFill>
                  <a:srgbClr val="007F85"/>
                </a:solidFill>
                <a:latin typeface="Arial"/>
                <a:ea typeface="Arial"/>
                <a:cs typeface="Arial"/>
              </a:rPr>
              <a:t>Group 14</a:t>
            </a:r>
          </a:p>
        </p:txBody>
      </p:sp>
      <p:sp>
        <p:nvSpPr>
          <p:cNvPr id="5" name="">
            <a:extLst xmlns:a="http://schemas.openxmlformats.org/drawingml/2006/main">
              <a:ext uri="{FF2B5EF4-FFF2-40B4-BE49-F238E27FC236}">
                <a16:creationId xmlns:a16="http://schemas.microsoft.com/office/drawing/2014/main" id="{3179911F-8563-4673-AC51-225CC8E00448}"/>
              </a:ext>
            </a:extLst>
          </p:cNvPr>
          <p:cNvSpPr>
            <a:spLocks xmlns:a="http://schemas.openxmlformats.org/drawingml/2006/main" noGrp="1"/>
          </p:cNvSpPr>
          <p:nvPr/>
        </p:nvSpPr>
        <p:spPr>
          <a:xfrm xmlns:a="http://schemas.openxmlformats.org/drawingml/2006/main">
            <a:off x="609600" y="2171700"/>
            <a:ext cx="4572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Yau Hin Chow</a:t>
            </a:r>
          </a:p>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Michelle Yutraya</a:t>
            </a:r>
          </a:p>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Shuhuan Zeng</a:t>
            </a:r>
          </a:p>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Hanzhang Huang</a:t>
            </a:r>
          </a:p>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Zebin Xu</a:t>
            </a:r>
          </a:p>
        </p:txBody>
      </p:sp>
      <p:sp>
        <p:nvSpPr>
          <p:cNvPr id="6" name="">
            <a:extLst xmlns:a="http://schemas.openxmlformats.org/drawingml/2006/main">
              <a:ext uri="{FF2B5EF4-FFF2-40B4-BE49-F238E27FC236}">
                <a16:creationId xmlns:a16="http://schemas.microsoft.com/office/drawing/2014/main" id="{81103A37-7254-4C64-864A-534BAB7DA7AF}"/>
              </a:ext>
            </a:extLst>
          </p:cNvPr>
          <p:cNvSpPr>
            <a:spLocks xmlns:a="http://schemas.openxmlformats.org/drawingml/2006/main" noGrp="1"/>
          </p:cNvSpPr>
          <p:nvPr/>
        </p:nvSpPr>
        <p:spPr>
          <a:xfrm xmlns:a="http://schemas.openxmlformats.org/drawingml/2006/main">
            <a:off x="6172200" y="15716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Industry sites</a:t>
            </a:r>
          </a:p>
        </p:txBody>
      </p:sp>
      <p:sp>
        <p:nvSpPr>
          <p:cNvPr id="7" name="">
            <a:extLst xmlns:a="http://schemas.openxmlformats.org/drawingml/2006/main">
              <a:ext uri="{FF2B5EF4-FFF2-40B4-BE49-F238E27FC236}">
                <a16:creationId xmlns:a16="http://schemas.microsoft.com/office/drawing/2014/main" id="{D0E94D03-F898-4421-82F6-7D904F46C3E7}"/>
              </a:ext>
            </a:extLst>
          </p:cNvPr>
          <p:cNvSpPr>
            <a:spLocks xmlns:a="http://schemas.openxmlformats.org/drawingml/2006/main" noGrp="1"/>
          </p:cNvSpPr>
          <p:nvPr/>
        </p:nvSpPr>
        <p:spPr>
          <a:xfrm xmlns:a="http://schemas.openxmlformats.org/drawingml/2006/main">
            <a:off x="6172200" y="202882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RACV and InchScape</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Client contact: Allan</a:t>
            </a:r>
          </a:p>
        </p:txBody>
      </p:sp>
      <p:sp>
        <p:nvSpPr>
          <p:cNvPr id="8" name="">
            <a:extLst xmlns:a="http://schemas.openxmlformats.org/drawingml/2006/main">
              <a:ext uri="{FF2B5EF4-FFF2-40B4-BE49-F238E27FC236}">
                <a16:creationId xmlns:a16="http://schemas.microsoft.com/office/drawing/2014/main" id="{3FF3ACAA-B87E-4293-A947-680DE1DE3F0B}"/>
              </a:ext>
            </a:extLst>
          </p:cNvPr>
          <p:cNvSpPr>
            <a:spLocks xmlns:a="http://schemas.openxmlformats.org/drawingml/2006/main" noGrp="1"/>
          </p:cNvSpPr>
          <p:nvPr/>
        </p:nvSpPr>
        <p:spPr>
          <a:xfrm xmlns:a="http://schemas.openxmlformats.org/drawingml/2006/main">
            <a:off x="6172200" y="32861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Client requirement</a:t>
            </a:r>
          </a:p>
        </p:txBody>
      </p:sp>
      <p:sp>
        <p:nvSpPr>
          <p:cNvPr id="9" name="">
            <a:extLst xmlns:a="http://schemas.openxmlformats.org/drawingml/2006/main">
              <a:ext uri="{FF2B5EF4-FFF2-40B4-BE49-F238E27FC236}">
                <a16:creationId xmlns:a16="http://schemas.microsoft.com/office/drawing/2014/main" id="{902D1A94-5E82-4B42-B4BC-31730804110D}"/>
              </a:ext>
            </a:extLst>
          </p:cNvPr>
          <p:cNvSpPr>
            <a:spLocks xmlns:a="http://schemas.openxmlformats.org/drawingml/2006/main" noGrp="1"/>
          </p:cNvSpPr>
          <p:nvPr/>
        </p:nvSpPr>
        <p:spPr>
          <a:xfrm xmlns:a="http://schemas.openxmlformats.org/drawingml/2006/main">
            <a:off x="6172200" y="374332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A manageable shortlist of unusual meter behaviour for operational review.</a:t>
            </a:r>
          </a:p>
        </p:txBody>
      </p:sp>
      <p:sp>
        <p:nvSpPr>
          <p:cNvPr id="10" name="">
            <a:extLst xmlns:a="http://schemas.openxmlformats.org/drawingml/2006/main">
              <a:ext uri="{FF2B5EF4-FFF2-40B4-BE49-F238E27FC236}">
                <a16:creationId xmlns:a16="http://schemas.microsoft.com/office/drawing/2014/main" id="{737A2D54-493A-4C9B-A247-298EF0C49475}"/>
              </a:ext>
            </a:extLst>
          </p:cNvPr>
          <p:cNvSpPr>
            <a:spLocks xmlns:a="http://schemas.openxmlformats.org/drawingml/2006/main" noGrp="1"/>
          </p:cNvSpPr>
          <p:nvPr/>
        </p:nvSpPr>
        <p:spPr>
          <a:xfrm xmlns:a="http://schemas.openxmlformats.org/drawingml/2006/main">
            <a:off x="609600" y="5248275"/>
            <a:ext cx="1071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F46"/>
                </a:solidFill>
                <a:latin typeface="Arial"/>
                <a:ea typeface="Arial"/>
                <a:cs typeface="Arial"/>
              </a:defRPr>
            </a:pPr>
            <a:r>
              <a:rPr sz="1875" b="1">
                <a:solidFill>
                  <a:srgbClr val="132F46"/>
                </a:solidFill>
                <a:latin typeface="Arial"/>
                <a:ea typeface="Arial"/>
                <a:cs typeface="Arial"/>
              </a:rPr>
              <a:t>Team workstreams: model development, pipeline integration, behaviour analysis and evaluation</a:t>
            </a:r>
          </a:p>
        </p:txBody>
      </p:sp>
      <p:sp>
        <p:nvSpPr>
          <p:cNvPr id="11" name="">
            <a:extLst xmlns:a="http://schemas.openxmlformats.org/drawingml/2006/main">
              <a:ext uri="{FF2B5EF4-FFF2-40B4-BE49-F238E27FC236}">
                <a16:creationId xmlns:a16="http://schemas.microsoft.com/office/drawing/2014/main" id="{111A6E0C-8EB0-4E1E-9BD1-F8B5E80F5275}"/>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Scope: anomaly screening and investigation. The project has no comprehensive fault labels.</a:t>
            </a:r>
          </a:p>
        </p:txBody>
      </p:sp>
    </p:spTree>
    <p:extLst>
      <p:ext uri="{BB962C8B-B14F-4D97-AF65-F5344CB8AC3E}">
        <p14:creationId xmlns:p14="http://schemas.microsoft.com/office/powerpoint/2010/main" val="560411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07D59D-02D5-4B67-B067-81C7DB9162D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Research question and challenges</a:t>
            </a:r>
          </a:p>
        </p:txBody>
      </p:sp>
      <p:sp>
        <p:nvSpPr>
          <p:cNvPr id="2" name="">
            <a:extLst xmlns:a="http://schemas.openxmlformats.org/drawingml/2006/main">
              <a:ext uri="{FF2B5EF4-FFF2-40B4-BE49-F238E27FC236}">
                <a16:creationId xmlns:a16="http://schemas.microsoft.com/office/drawing/2014/main" id="{48B31F9D-E4BA-4708-ABA1-C8B6FF75F97C}"/>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292A2FFA-E768-4441-A1FA-B2A4F2C90804}"/>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3153C85-F1D1-4A3E-8ADA-DEFD0996DEA1}"/>
              </a:ext>
            </a:extLst>
          </p:cNvPr>
          <p:cNvSpPr>
            <a:spLocks xmlns:a="http://schemas.openxmlformats.org/drawingml/2006/main" noGrp="1"/>
          </p:cNvSpPr>
          <p:nvPr/>
        </p:nvSpPr>
        <p:spPr>
          <a:xfrm xmlns:a="http://schemas.openxmlformats.org/drawingml/2006/main">
            <a:off x="609600" y="161925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32F46"/>
                </a:solidFill>
                <a:latin typeface="Arial"/>
                <a:ea typeface="Arial"/>
                <a:cs typeface="Arial"/>
              </a:defRPr>
            </a:pPr>
            <a:r>
              <a:rPr sz="2925" b="1">
                <a:solidFill>
                  <a:srgbClr val="132F46"/>
                </a:solidFill>
                <a:latin typeface="Arial"/>
                <a:ea typeface="Arial"/>
                <a:cs typeface="Arial"/>
              </a:rPr>
              <a:t>How can we prioritise unusual electricity use</a:t>
            </a:r>
          </a:p>
          <a:p xmlns:a="http://schemas.openxmlformats.org/drawingml/2006/main">
            <a:pPr>
              <a:defRPr sz="2925" b="1">
                <a:solidFill>
                  <a:srgbClr val="132F46"/>
                </a:solidFill>
                <a:latin typeface="Arial"/>
                <a:ea typeface="Arial"/>
                <a:cs typeface="Arial"/>
              </a:defRPr>
            </a:pPr>
            <a:r>
              <a:rPr sz="2925" b="1">
                <a:solidFill>
                  <a:srgbClr val="132F46"/>
                </a:solidFill>
                <a:latin typeface="Arial"/>
                <a:ea typeface="Arial"/>
                <a:cs typeface="Arial"/>
              </a:rPr>
              <a:t>when reliable fault labels are scarce?</a:t>
            </a:r>
          </a:p>
        </p:txBody>
      </p:sp>
      <p:sp>
        <p:nvSpPr>
          <p:cNvPr id="5" name="">
            <a:extLst xmlns:a="http://schemas.openxmlformats.org/drawingml/2006/main">
              <a:ext uri="{FF2B5EF4-FFF2-40B4-BE49-F238E27FC236}">
                <a16:creationId xmlns:a16="http://schemas.microsoft.com/office/drawing/2014/main" id="{61EB8ECF-8C19-4F23-94A1-4FA42CC47C91}"/>
              </a:ext>
            </a:extLst>
          </p:cNvPr>
          <p:cNvSpPr>
            <a:spLocks xmlns:a="http://schemas.openxmlformats.org/drawingml/2006/main" noGrp="1"/>
          </p:cNvSpPr>
          <p:nvPr/>
        </p:nvSpPr>
        <p:spPr>
          <a:xfrm xmlns:a="http://schemas.openxmlformats.org/drawingml/2006/main">
            <a:off x="609600" y="3333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Different normal behaviour</a:t>
            </a:r>
          </a:p>
        </p:txBody>
      </p:sp>
      <p:sp>
        <p:nvSpPr>
          <p:cNvPr id="6" name="">
            <a:extLst xmlns:a="http://schemas.openxmlformats.org/drawingml/2006/main">
              <a:ext uri="{FF2B5EF4-FFF2-40B4-BE49-F238E27FC236}">
                <a16:creationId xmlns:a16="http://schemas.microsoft.com/office/drawing/2014/main" id="{5AD9D1AB-1459-4A89-9ABC-7664F0093595}"/>
              </a:ext>
            </a:extLst>
          </p:cNvPr>
          <p:cNvSpPr>
            <a:spLocks xmlns:a="http://schemas.openxmlformats.org/drawingml/2006/main" noGrp="1"/>
          </p:cNvSpPr>
          <p:nvPr/>
        </p:nvSpPr>
        <p:spPr>
          <a:xfrm xmlns:a="http://schemas.openxmlformats.org/drawingml/2006/main">
            <a:off x="609600" y="37909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Equipment schedules and seasonal changes vary between meter channels.</a:t>
            </a:r>
          </a:p>
        </p:txBody>
      </p:sp>
      <p:sp>
        <p:nvSpPr>
          <p:cNvPr id="7" name="">
            <a:extLst xmlns:a="http://schemas.openxmlformats.org/drawingml/2006/main">
              <a:ext uri="{FF2B5EF4-FFF2-40B4-BE49-F238E27FC236}">
                <a16:creationId xmlns:a16="http://schemas.microsoft.com/office/drawing/2014/main" id="{7D7B6F4E-D21A-4911-A208-D80B4C709D5C}"/>
              </a:ext>
            </a:extLst>
          </p:cNvPr>
          <p:cNvSpPr>
            <a:spLocks xmlns:a="http://schemas.openxmlformats.org/drawingml/2006/main" noGrp="1"/>
          </p:cNvSpPr>
          <p:nvPr/>
        </p:nvSpPr>
        <p:spPr>
          <a:xfrm xmlns:a="http://schemas.openxmlformats.org/drawingml/2006/main">
            <a:off x="6248400" y="3333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Different model outputs</a:t>
            </a:r>
          </a:p>
        </p:txBody>
      </p:sp>
      <p:sp>
        <p:nvSpPr>
          <p:cNvPr id="8" name="">
            <a:extLst xmlns:a="http://schemas.openxmlformats.org/drawingml/2006/main">
              <a:ext uri="{FF2B5EF4-FFF2-40B4-BE49-F238E27FC236}">
                <a16:creationId xmlns:a16="http://schemas.microsoft.com/office/drawing/2014/main" id="{15BE5270-0201-4C4F-9DC3-5B10E358D0A2}"/>
              </a:ext>
            </a:extLst>
          </p:cNvPr>
          <p:cNvSpPr>
            <a:spLocks xmlns:a="http://schemas.openxmlformats.org/drawingml/2006/main" noGrp="1"/>
          </p:cNvSpPr>
          <p:nvPr/>
        </p:nvSpPr>
        <p:spPr>
          <a:xfrm xmlns:a="http://schemas.openxmlformats.org/drawingml/2006/main">
            <a:off x="6248400" y="37909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Models differ in score scale, time resolution and coverage.</a:t>
            </a:r>
          </a:p>
        </p:txBody>
      </p:sp>
      <p:sp>
        <p:nvSpPr>
          <p:cNvPr id="9" name="">
            <a:extLst xmlns:a="http://schemas.openxmlformats.org/drawingml/2006/main">
              <a:ext uri="{FF2B5EF4-FFF2-40B4-BE49-F238E27FC236}">
                <a16:creationId xmlns:a16="http://schemas.microsoft.com/office/drawing/2014/main" id="{99A10C8F-BE03-480B-B54B-788406839476}"/>
              </a:ext>
            </a:extLst>
          </p:cNvPr>
          <p:cNvSpPr>
            <a:spLocks xmlns:a="http://schemas.openxmlformats.org/drawingml/2006/main" noGrp="1"/>
          </p:cNvSpPr>
          <p:nvPr/>
        </p:nvSpPr>
        <p:spPr>
          <a:xfrm xmlns:a="http://schemas.openxmlformats.org/drawingml/2006/main">
            <a:off x="609600" y="5229225"/>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Evaluation challenge: agreement helps prioritisation, but a confirmed fault still needs operational evidence.</a:t>
            </a:r>
          </a:p>
        </p:txBody>
      </p:sp>
    </p:spTree>
    <p:extLst>
      <p:ext uri="{BB962C8B-B14F-4D97-AF65-F5344CB8AC3E}">
        <p14:creationId xmlns:p14="http://schemas.microsoft.com/office/powerpoint/2010/main" val="7540672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583B3AE-8034-4179-92CA-EEF5ADA14F3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A shared detection pipeline</a:t>
            </a:r>
          </a:p>
        </p:txBody>
      </p:sp>
      <p:sp>
        <p:nvSpPr>
          <p:cNvPr id="2" name="">
            <a:extLst xmlns:a="http://schemas.openxmlformats.org/drawingml/2006/main">
              <a:ext uri="{FF2B5EF4-FFF2-40B4-BE49-F238E27FC236}">
                <a16:creationId xmlns:a16="http://schemas.microsoft.com/office/drawing/2014/main" id="{37BDE398-43D6-41A2-A363-F5074C75DF0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335679E2-0857-45F4-BE8A-CC5994F32880}"/>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3D0B718-C8F8-4623-8A2E-F0BF2E246E92}"/>
              </a:ext>
            </a:extLst>
          </p:cNvPr>
          <p:cNvSpPr>
            <a:spLocks xmlns:a="http://schemas.openxmlformats.org/drawingml/2006/main" noGrp="1"/>
          </p:cNvSpPr>
          <p:nvPr/>
        </p:nvSpPr>
        <p:spPr>
          <a:xfrm xmlns:a="http://schemas.openxmlformats.org/drawingml/2006/main">
            <a:off x="609600" y="16097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1  Prepare</a:t>
            </a:r>
          </a:p>
        </p:txBody>
      </p:sp>
      <p:sp>
        <p:nvSpPr>
          <p:cNvPr id="5" name="">
            <a:extLst xmlns:a="http://schemas.openxmlformats.org/drawingml/2006/main">
              <a:ext uri="{FF2B5EF4-FFF2-40B4-BE49-F238E27FC236}">
                <a16:creationId xmlns:a16="http://schemas.microsoft.com/office/drawing/2014/main" id="{311A4971-9F66-4B37-8716-5B6ACD598B38}"/>
              </a:ext>
            </a:extLst>
          </p:cNvPr>
          <p:cNvSpPr>
            <a:spLocks xmlns:a="http://schemas.openxmlformats.org/drawingml/2006/main" noGrp="1"/>
          </p:cNvSpPr>
          <p:nvPr/>
        </p:nvSpPr>
        <p:spPr>
          <a:xfrm xmlns:a="http://schemas.openxmlformats.org/drawingml/2006/main">
            <a:off x="609600" y="2124075"/>
            <a:ext cx="2457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One 5-minute CSV</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per meter channel</a:t>
            </a:r>
          </a:p>
        </p:txBody>
      </p:sp>
      <p:sp>
        <p:nvSpPr>
          <p:cNvPr id="6" name="">
            <a:extLst xmlns:a="http://schemas.openxmlformats.org/drawingml/2006/main">
              <a:ext uri="{FF2B5EF4-FFF2-40B4-BE49-F238E27FC236}">
                <a16:creationId xmlns:a16="http://schemas.microsoft.com/office/drawing/2014/main" id="{5B2E1C55-30A9-4F5A-A9AB-320B9D2606BE}"/>
              </a:ext>
            </a:extLst>
          </p:cNvPr>
          <p:cNvSpPr>
            <a:spLocks xmlns:a="http://schemas.openxmlformats.org/drawingml/2006/main" noGrp="1"/>
          </p:cNvSpPr>
          <p:nvPr/>
        </p:nvSpPr>
        <p:spPr>
          <a:xfrm xmlns:a="http://schemas.openxmlformats.org/drawingml/2006/main">
            <a:off x="3390900" y="16097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2  Detect</a:t>
            </a:r>
          </a:p>
        </p:txBody>
      </p:sp>
      <p:sp>
        <p:nvSpPr>
          <p:cNvPr id="7" name="">
            <a:extLst xmlns:a="http://schemas.openxmlformats.org/drawingml/2006/main">
              <a:ext uri="{FF2B5EF4-FFF2-40B4-BE49-F238E27FC236}">
                <a16:creationId xmlns:a16="http://schemas.microsoft.com/office/drawing/2014/main" id="{D4D13CCC-E9C0-4D5F-8806-CEAE19D26D8B}"/>
              </a:ext>
            </a:extLst>
          </p:cNvPr>
          <p:cNvSpPr>
            <a:spLocks xmlns:a="http://schemas.openxmlformats.org/drawingml/2006/main" noGrp="1"/>
          </p:cNvSpPr>
          <p:nvPr/>
        </p:nvSpPr>
        <p:spPr>
          <a:xfrm xmlns:a="http://schemas.openxmlformats.org/drawingml/2006/main">
            <a:off x="3390900" y="2124075"/>
            <a:ext cx="2457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Four method folders</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Spartan jobs</a:t>
            </a:r>
          </a:p>
        </p:txBody>
      </p:sp>
      <p:sp>
        <p:nvSpPr>
          <p:cNvPr id="8" name="">
            <a:extLst xmlns:a="http://schemas.openxmlformats.org/drawingml/2006/main">
              <a:ext uri="{FF2B5EF4-FFF2-40B4-BE49-F238E27FC236}">
                <a16:creationId xmlns:a16="http://schemas.microsoft.com/office/drawing/2014/main" id="{E5D28F2E-32AB-4A49-AEE9-48DD00732BC7}"/>
              </a:ext>
            </a:extLst>
          </p:cNvPr>
          <p:cNvSpPr>
            <a:spLocks xmlns:a="http://schemas.openxmlformats.org/drawingml/2006/main" noGrp="1"/>
          </p:cNvSpPr>
          <p:nvPr/>
        </p:nvSpPr>
        <p:spPr>
          <a:xfrm xmlns:a="http://schemas.openxmlformats.org/drawingml/2006/main">
            <a:off x="6172200" y="16097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3  Align</a:t>
            </a:r>
          </a:p>
        </p:txBody>
      </p:sp>
      <p:sp>
        <p:nvSpPr>
          <p:cNvPr id="9" name="">
            <a:extLst xmlns:a="http://schemas.openxmlformats.org/drawingml/2006/main">
              <a:ext uri="{FF2B5EF4-FFF2-40B4-BE49-F238E27FC236}">
                <a16:creationId xmlns:a16="http://schemas.microsoft.com/office/drawing/2014/main" id="{D832E786-27E9-40FF-BA09-745EA1E621D6}"/>
              </a:ext>
            </a:extLst>
          </p:cNvPr>
          <p:cNvSpPr>
            <a:spLocks xmlns:a="http://schemas.openxmlformats.org/drawingml/2006/main" noGrp="1"/>
          </p:cNvSpPr>
          <p:nvPr/>
        </p:nvSpPr>
        <p:spPr>
          <a:xfrm xmlns:a="http://schemas.openxmlformats.org/drawingml/2006/main">
            <a:off x="6172200" y="2124075"/>
            <a:ext cx="2457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Common 15-minute</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score contract</a:t>
            </a:r>
          </a:p>
        </p:txBody>
      </p:sp>
      <p:sp>
        <p:nvSpPr>
          <p:cNvPr id="10" name="">
            <a:extLst xmlns:a="http://schemas.openxmlformats.org/drawingml/2006/main">
              <a:ext uri="{FF2B5EF4-FFF2-40B4-BE49-F238E27FC236}">
                <a16:creationId xmlns:a16="http://schemas.microsoft.com/office/drawing/2014/main" id="{1BE9BC55-DD6A-4678-9A2E-20F6842EDC92}"/>
              </a:ext>
            </a:extLst>
          </p:cNvPr>
          <p:cNvSpPr>
            <a:spLocks xmlns:a="http://schemas.openxmlformats.org/drawingml/2006/main" noGrp="1"/>
          </p:cNvSpPr>
          <p:nvPr/>
        </p:nvSpPr>
        <p:spPr>
          <a:xfrm xmlns:a="http://schemas.openxmlformats.org/drawingml/2006/main">
            <a:off x="8953500" y="16097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4  Review</a:t>
            </a:r>
          </a:p>
        </p:txBody>
      </p:sp>
      <p:sp>
        <p:nvSpPr>
          <p:cNvPr id="11" name="">
            <a:extLst xmlns:a="http://schemas.openxmlformats.org/drawingml/2006/main">
              <a:ext uri="{FF2B5EF4-FFF2-40B4-BE49-F238E27FC236}">
                <a16:creationId xmlns:a16="http://schemas.microsoft.com/office/drawing/2014/main" id="{0B68C312-0DA5-4D02-9A4F-122015E96C38}"/>
              </a:ext>
            </a:extLst>
          </p:cNvPr>
          <p:cNvSpPr>
            <a:spLocks xmlns:a="http://schemas.openxmlformats.org/drawingml/2006/main" noGrp="1"/>
          </p:cNvSpPr>
          <p:nvPr/>
        </p:nvSpPr>
        <p:spPr>
          <a:xfrm xmlns:a="http://schemas.openxmlformats.org/drawingml/2006/main">
            <a:off x="8953500" y="2124075"/>
            <a:ext cx="2457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Events, case plots</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and client feedback</a:t>
            </a:r>
          </a:p>
        </p:txBody>
      </p:sp>
      <p:sp>
        <p:nvSpPr>
          <p:cNvPr id="12" name="">
            <a:extLst xmlns:a="http://schemas.openxmlformats.org/drawingml/2006/main">
              <a:ext uri="{FF2B5EF4-FFF2-40B4-BE49-F238E27FC236}">
                <a16:creationId xmlns:a16="http://schemas.microsoft.com/office/drawing/2014/main" id="{9F033D2A-D1EC-4F58-958A-9E1B52061C61}"/>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13" name="">
            <a:extLst xmlns:a="http://schemas.openxmlformats.org/drawingml/2006/main">
              <a:ext uri="{FF2B5EF4-FFF2-40B4-BE49-F238E27FC236}">
                <a16:creationId xmlns:a16="http://schemas.microsoft.com/office/drawing/2014/main" id="{593F1393-5734-4862-B878-A8D6BE46FBD5}"/>
              </a:ext>
            </a:extLst>
          </p:cNvPr>
          <p:cNvSpPr>
            <a:spLocks xmlns:a="http://schemas.openxmlformats.org/drawingml/2006/main" noGrp="1"/>
          </p:cNvSpPr>
          <p:nvPr/>
        </p:nvSpPr>
        <p:spPr>
          <a:xfrm xmlns:a="http://schemas.openxmlformats.org/drawingml/2006/main">
            <a:off x="609600" y="33909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46"/>
                </a:solidFill>
                <a:latin typeface="Arial"/>
                <a:ea typeface="Arial"/>
                <a:cs typeface="Arial"/>
              </a:defRPr>
            </a:pPr>
            <a:r>
              <a:rPr sz="2100" b="1">
                <a:solidFill>
                  <a:srgbClr val="132F46"/>
                </a:solidFill>
                <a:latin typeface="Arial"/>
                <a:ea typeface="Arial"/>
                <a:cs typeface="Arial"/>
              </a:rPr>
              <a:t>Repository structure</a:t>
            </a:r>
          </a:p>
        </p:txBody>
      </p:sp>
      <p:sp>
        <p:nvSpPr>
          <p:cNvPr id="14" name="">
            <a:extLst xmlns:a="http://schemas.openxmlformats.org/drawingml/2006/main">
              <a:ext uri="{FF2B5EF4-FFF2-40B4-BE49-F238E27FC236}">
                <a16:creationId xmlns:a16="http://schemas.microsoft.com/office/drawing/2014/main" id="{0E787F59-7105-44CE-B29D-FA7B6617793F}"/>
              </a:ext>
            </a:extLst>
          </p:cNvPr>
          <p:cNvSpPr>
            <a:spLocks xmlns:a="http://schemas.openxmlformats.org/drawingml/2006/main" noGrp="1"/>
          </p:cNvSpPr>
          <p:nvPr/>
        </p:nvSpPr>
        <p:spPr>
          <a:xfrm xmlns:a="http://schemas.openxmlformats.org/drawingml/2006/main">
            <a:off x="609600" y="3867150"/>
            <a:ext cx="512445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configs/     Shared settings</a:t>
            </a:r>
          </a:p>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data/          Input datasets</a:t>
            </a:r>
          </a:p>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methods/   Model code and Slurm jobs</a:t>
            </a:r>
          </a:p>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shared/      Alignment and review tools</a:t>
            </a:r>
          </a:p>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runs/          Outputs</a:t>
            </a:r>
          </a:p>
          <a:p xmlns:a="http://schemas.openxmlformats.org/drawingml/2006/main">
            <a:pPr>
              <a:defRPr sz="1800" b="0">
                <a:solidFill>
                  <a:srgbClr val="233B4D"/>
                </a:solidFill>
                <a:latin typeface="Arial"/>
                <a:ea typeface="Arial"/>
                <a:cs typeface="Arial"/>
              </a:defRPr>
            </a:pPr>
            <a:r>
              <a:rPr sz="1800" b="0">
                <a:solidFill>
                  <a:srgbClr val="233B4D"/>
                </a:solidFill>
                <a:latin typeface="Arial"/>
                <a:ea typeface="Arial"/>
                <a:cs typeface="Arial"/>
              </a:rPr>
              <a:t>docs/         Reports and documentation</a:t>
            </a:r>
          </a:p>
        </p:txBody>
      </p:sp>
      <p:sp>
        <p:nvSpPr>
          <p:cNvPr id="15" name="">
            <a:extLst xmlns:a="http://schemas.openxmlformats.org/drawingml/2006/main">
              <a:ext uri="{FF2B5EF4-FFF2-40B4-BE49-F238E27FC236}">
                <a16:creationId xmlns:a16="http://schemas.microsoft.com/office/drawing/2014/main" id="{71498192-D12A-4FB6-BDAC-102D5FC76E91}"/>
              </a:ext>
            </a:extLst>
          </p:cNvPr>
          <p:cNvSpPr>
            <a:spLocks xmlns:a="http://schemas.openxmlformats.org/drawingml/2006/main" noGrp="1"/>
          </p:cNvSpPr>
          <p:nvPr/>
        </p:nvSpPr>
        <p:spPr>
          <a:xfrm xmlns:a="http://schemas.openxmlformats.org/drawingml/2006/main">
            <a:off x="6248400" y="33909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46"/>
                </a:solidFill>
                <a:latin typeface="Arial"/>
                <a:ea typeface="Arial"/>
                <a:cs typeface="Arial"/>
              </a:defRPr>
            </a:pPr>
            <a:r>
              <a:rPr sz="2100" b="1">
                <a:solidFill>
                  <a:srgbClr val="132F46"/>
                </a:solidFill>
                <a:latin typeface="Arial"/>
                <a:ea typeface="Arial"/>
                <a:cs typeface="Arial"/>
              </a:rPr>
              <a:t>August outputs</a:t>
            </a:r>
          </a:p>
        </p:txBody>
      </p:sp>
      <p:sp>
        <p:nvSpPr>
          <p:cNvPr id="16" name="">
            <a:extLst xmlns:a="http://schemas.openxmlformats.org/drawingml/2006/main">
              <a:ext uri="{FF2B5EF4-FFF2-40B4-BE49-F238E27FC236}">
                <a16:creationId xmlns:a16="http://schemas.microsoft.com/office/drawing/2014/main" id="{F7DD55DA-EC78-47A1-B603-6447C0ED968A}"/>
              </a:ext>
            </a:extLst>
          </p:cNvPr>
          <p:cNvSpPr>
            <a:spLocks xmlns:a="http://schemas.openxmlformats.org/drawingml/2006/main" noGrp="1"/>
          </p:cNvSpPr>
          <p:nvPr/>
        </p:nvSpPr>
        <p:spPr>
          <a:xfrm xmlns:a="http://schemas.openxmlformats.org/drawingml/2006/main">
            <a:off x="6248400" y="3924300"/>
            <a:ext cx="504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4,118,445 model-score rows</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1,300,512 aligned feature rows</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54,192 event rows</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1,422 channel-run summaries</a:t>
            </a:r>
          </a:p>
        </p:txBody>
      </p:sp>
      <p:sp>
        <p:nvSpPr>
          <p:cNvPr id="17" name="">
            <a:extLst xmlns:a="http://schemas.openxmlformats.org/drawingml/2006/main">
              <a:ext uri="{FF2B5EF4-FFF2-40B4-BE49-F238E27FC236}">
                <a16:creationId xmlns:a16="http://schemas.microsoft.com/office/drawing/2014/main" id="{78B95F12-512F-4138-8082-4678BC49C406}"/>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CSV counts exclude headers. Cluster job paths still need site-specific configuration.</a:t>
            </a:r>
          </a:p>
        </p:txBody>
      </p:sp>
    </p:spTree>
    <p:extLst>
      <p:ext uri="{BB962C8B-B14F-4D97-AF65-F5344CB8AC3E}">
        <p14:creationId xmlns:p14="http://schemas.microsoft.com/office/powerpoint/2010/main" val="1344092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0524D5-DA45-483D-8148-D89105DB8226}"/>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Data scope and recurring behaviour</a:t>
            </a:r>
          </a:p>
        </p:txBody>
      </p:sp>
      <p:sp>
        <p:nvSpPr>
          <p:cNvPr id="2" name="">
            <a:extLst xmlns:a="http://schemas.openxmlformats.org/drawingml/2006/main">
              <a:ext uri="{FF2B5EF4-FFF2-40B4-BE49-F238E27FC236}">
                <a16:creationId xmlns:a16="http://schemas.microsoft.com/office/drawing/2014/main" id="{95407262-A35A-4814-8A47-47EAC4021EF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376AB8CA-9C14-4D69-A557-3AC0FD1A5A0E}"/>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4847474-6BF6-488C-8670-8B69D508EED9}"/>
              </a:ext>
            </a:extLst>
          </p:cNvPr>
          <p:cNvSpPr>
            <a:spLocks xmlns:a="http://schemas.openxmlformats.org/drawingml/2006/main" noGrp="1"/>
          </p:cNvSpPr>
          <p:nvPr/>
        </p:nvSpPr>
        <p:spPr>
          <a:xfrm xmlns:a="http://schemas.openxmlformats.org/drawingml/2006/main">
            <a:off x="609600" y="157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5"/>
                </a:solidFill>
                <a:latin typeface="Arial"/>
                <a:ea typeface="Arial"/>
                <a:cs typeface="Arial"/>
              </a:defRPr>
            </a:pPr>
            <a:r>
              <a:rPr sz="2250" b="1">
                <a:solidFill>
                  <a:srgbClr val="007F85"/>
                </a:solidFill>
                <a:latin typeface="Arial"/>
                <a:ea typeface="Arial"/>
                <a:cs typeface="Arial"/>
              </a:rPr>
              <a:t>5-minute electrical measurements</a:t>
            </a:r>
          </a:p>
        </p:txBody>
      </p:sp>
      <p:sp>
        <p:nvSpPr>
          <p:cNvPr id="5" name="">
            <a:extLst xmlns:a="http://schemas.openxmlformats.org/drawingml/2006/main">
              <a:ext uri="{FF2B5EF4-FFF2-40B4-BE49-F238E27FC236}">
                <a16:creationId xmlns:a16="http://schemas.microsoft.com/office/drawing/2014/main" id="{60B503E7-55B1-45E9-9AA0-5F128BD01A08}"/>
              </a:ext>
            </a:extLst>
          </p:cNvPr>
          <p:cNvSpPr>
            <a:spLocks xmlns:a="http://schemas.openxmlformats.org/drawingml/2006/main" noGrp="1"/>
          </p:cNvSpPr>
          <p:nvPr/>
        </p:nvSpPr>
        <p:spPr>
          <a:xfrm xmlns:a="http://schemas.openxmlformats.org/drawingml/2006/main">
            <a:off x="609600" y="21812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Power, current, voltage and power factor</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622 catalogued channels across 129 devices</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Behaviour report: 417 analysed channels</a:t>
            </a:r>
          </a:p>
        </p:txBody>
      </p:sp>
      <p:sp>
        <p:nvSpPr>
          <p:cNvPr id="6" name="">
            <a:extLst xmlns:a="http://schemas.openxmlformats.org/drawingml/2006/main">
              <a:ext uri="{FF2B5EF4-FFF2-40B4-BE49-F238E27FC236}">
                <a16:creationId xmlns:a16="http://schemas.microsoft.com/office/drawing/2014/main" id="{43AE0B97-6EA8-4494-A334-D7090E9192D3}"/>
              </a:ext>
            </a:extLst>
          </p:cNvPr>
          <p:cNvSpPr>
            <a:spLocks xmlns:a="http://schemas.openxmlformats.org/drawingml/2006/main" noGrp="1"/>
          </p:cNvSpPr>
          <p:nvPr/>
        </p:nvSpPr>
        <p:spPr>
          <a:xfrm xmlns:a="http://schemas.openxmlformats.org/drawingml/2006/main">
            <a:off x="6477000" y="15621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46"/>
                </a:solidFill>
                <a:latin typeface="Arial"/>
                <a:ea typeface="Arial"/>
                <a:cs typeface="Arial"/>
              </a:defRPr>
            </a:pPr>
            <a:r>
              <a:rPr sz="2100" b="1">
                <a:solidFill>
                  <a:srgbClr val="132F46"/>
                </a:solidFill>
                <a:latin typeface="Arial"/>
                <a:ea typeface="Arial"/>
                <a:cs typeface="Arial"/>
              </a:rPr>
              <a:t>Behaviour classification</a:t>
            </a:r>
          </a:p>
        </p:txBody>
      </p:sp>
      <p:graphicFrame>
        <p:nvGraphicFramePr>
          <p:cNvPr id="16" name="Chart"/>
          <p:cNvGraphicFramePr/>
          <p:nvPr/>
        </p:nvGraphicFramePr>
        <p:xfrm>
          <a:off xmlns:a="http://schemas.openxmlformats.org/drawingml/2006/main" x="6191250" y="2105025"/>
          <a:ext xmlns:a="http://schemas.openxmlformats.org/drawingml/2006/main" cx="5381625" cy="3048000"/>
        </p:xfrm>
        <a:graphic xmlns:a="http://schemas.openxmlformats.org/drawingml/2006/main">
          <a:graphicData uri="http://schemas.openxmlformats.org/drawingml/2006/chart">
            <c:chart xmlns:r="http://schemas.openxmlformats.org/officeDocument/2006/relationships" xmlns:c="http://schemas.openxmlformats.org/drawingml/2006/chart" r:id="R6c2fcd9a58f2401e"/>
          </a:graphicData>
        </a:graphic>
      </p:graphicFrame>
      <p:sp>
        <p:nvSpPr>
          <p:cNvPr id="8" name="">
            <a:extLst xmlns:a="http://schemas.openxmlformats.org/drawingml/2006/main">
              <a:ext uri="{FF2B5EF4-FFF2-40B4-BE49-F238E27FC236}">
                <a16:creationId xmlns:a16="http://schemas.microsoft.com/office/drawing/2014/main" id="{3A4B0E49-324F-4AB4-A272-9865935567B1}"/>
              </a:ext>
            </a:extLst>
          </p:cNvPr>
          <p:cNvSpPr>
            <a:spLocks xmlns:a="http://schemas.openxmlformats.org/drawingml/2006/main" noGrp="1"/>
          </p:cNvSpPr>
          <p:nvPr/>
        </p:nvSpPr>
        <p:spPr>
          <a:xfrm xmlns:a="http://schemas.openxmlformats.org/drawingml/2006/main">
            <a:off x="609600" y="5048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5"/>
                </a:solidFill>
                <a:latin typeface="Arial"/>
                <a:ea typeface="Arial"/>
                <a:cs typeface="Arial"/>
              </a:defRPr>
            </a:pPr>
            <a:r>
              <a:rPr sz="2250" b="1">
                <a:solidFill>
                  <a:srgbClr val="007F85"/>
                </a:solidFill>
                <a:latin typeface="Arial"/>
                <a:ea typeface="Arial"/>
                <a:cs typeface="Arial"/>
              </a:rPr>
              <a:t>Normal behaviour varies with equipment and season. A single global operating profile would miss this variation.</a:t>
            </a:r>
          </a:p>
        </p:txBody>
      </p:sp>
      <p:sp>
        <p:nvSpPr>
          <p:cNvPr id="9" name="">
            <a:extLst xmlns:a="http://schemas.openxmlformats.org/drawingml/2006/main">
              <a:ext uri="{FF2B5EF4-FFF2-40B4-BE49-F238E27FC236}">
                <a16:creationId xmlns:a16="http://schemas.microsoft.com/office/drawing/2014/main" id="{619800DE-5011-4BC4-A645-C80F05C4973D}"/>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Report cohort and model-run coverage have different denominators.</a:t>
            </a:r>
          </a:p>
        </p:txBody>
      </p:sp>
    </p:spTree>
    <p:extLst>
      <p:ext uri="{BB962C8B-B14F-4D97-AF65-F5344CB8AC3E}">
        <p14:creationId xmlns:p14="http://schemas.microsoft.com/office/powerpoint/2010/main" val="3918329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639DB5-0D7E-415E-A11F-D9A120A48DFF}"/>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Four methods in the current workflow</a:t>
            </a:r>
          </a:p>
        </p:txBody>
      </p:sp>
      <p:sp>
        <p:nvSpPr>
          <p:cNvPr id="2" name="">
            <a:extLst xmlns:a="http://schemas.openxmlformats.org/drawingml/2006/main">
              <a:ext uri="{FF2B5EF4-FFF2-40B4-BE49-F238E27FC236}">
                <a16:creationId xmlns:a16="http://schemas.microsoft.com/office/drawing/2014/main" id="{8EC71433-98EB-445A-84DC-A14F9269625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6C2149DE-8309-45DB-9D95-6E497FEF20C0}"/>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06</a:t>
            </a:r>
          </a:p>
        </p:txBody>
      </p:sp>
      <p:graphicFrame>
        <p:nvGraphicFramePr>
          <p:cNvPr id="10" name=""/>
          <p:cNvGraphicFramePr/>
          <p:nvPr/>
        </p:nvGraphicFramePr>
        <p:xfrm>
          <a:off xmlns:a="http://schemas.openxmlformats.org/drawingml/2006/main" x="609600" y="1600200"/>
          <a:ext xmlns:a="http://schemas.openxmlformats.org/drawingml/2006/main" cx="10972800" cy="3143250"/>
        </p:xfrm>
        <a:graphic xmlns:a="http://schemas.openxmlformats.org/drawingml/2006/main">
          <a:graphicData uri="http://schemas.openxmlformats.org/drawingml/2006/table">
            <a:tbl>
              <a:tblPr/>
              <a:tblGrid>
                <a:gridCol w="2952750"/>
                <a:gridCol w="4229100"/>
                <a:gridCol w="3790950"/>
              </a:tblGrid>
              <a:tr h="628650">
                <a:tc>
                  <a:txBody>
                    <a:bodyPr/>
                    <a:lstStyle/>
                    <a:p>
                      <a:r>
                        <a:rPr sz="1875" b="1">
                          <a:solidFill>
                            <a:srgbClr val="FFFFFF"/>
                          </a:solidFill>
                          <a:latin typeface="Arial"/>
                          <a:ea typeface="Arial"/>
                          <a:cs typeface="Arial"/>
                        </a:rPr>
                        <a:t>Method</a:t>
                      </a:r>
                    </a:p>
                  </a:txBody>
                  <a:tcPr marL="133350" marR="133350" marT="114300" marB="114300">
                    <a:solidFill>
                      <a:srgbClr val="132F46"/>
                    </a:solidFill>
                  </a:tcPr>
                </a:tc>
                <a:tc>
                  <a:txBody>
                    <a:bodyPr/>
                    <a:lstStyle/>
                    <a:p>
                      <a:r>
                        <a:rPr sz="1875" b="1">
                          <a:solidFill>
                            <a:srgbClr val="FFFFFF"/>
                          </a:solidFill>
                          <a:latin typeface="Arial"/>
                          <a:ea typeface="Arial"/>
                          <a:cs typeface="Arial"/>
                        </a:rPr>
                        <a:t>Normal reference</a:t>
                      </a:r>
                    </a:p>
                  </a:txBody>
                  <a:tcPr marL="133350" marR="133350" marT="114300" marB="114300">
                    <a:solidFill>
                      <a:srgbClr val="132F46"/>
                    </a:solidFill>
                  </a:tcPr>
                </a:tc>
                <a:tc>
                  <a:txBody>
                    <a:bodyPr/>
                    <a:lstStyle/>
                    <a:p>
                      <a:r>
                        <a:rPr sz="1875" b="1">
                          <a:solidFill>
                            <a:srgbClr val="FFFFFF"/>
                          </a:solidFill>
                          <a:latin typeface="Arial"/>
                          <a:ea typeface="Arial"/>
                          <a:cs typeface="Arial"/>
                        </a:rPr>
                        <a:t>Anomaly score</a:t>
                      </a:r>
                    </a:p>
                  </a:txBody>
                  <a:tcPr marL="133350" marR="133350" marT="114300" marB="114300">
                    <a:solidFill>
                      <a:srgbClr val="132F46"/>
                    </a:solidFill>
                  </a:tcPr>
                </a:tc>
              </a:tr>
              <a:tr h="628650">
                <a:tc>
                  <a:txBody>
                    <a:bodyPr/>
                    <a:lstStyle/>
                    <a:p>
                      <a:r>
                        <a:rPr sz="1875">
                          <a:solidFill>
                            <a:srgbClr val="233B4D"/>
                          </a:solidFill>
                          <a:latin typeface="Arial"/>
                          <a:ea typeface="Arial"/>
                          <a:cs typeface="Arial"/>
                        </a:rPr>
                        <a:t>LSTM Autoencoder</a:t>
                      </a:r>
                    </a:p>
                  </a:txBody>
                  <a:tcPr marL="133350" marR="133350" marT="114300" marB="114300"/>
                </a:tc>
                <a:tc>
                  <a:txBody>
                    <a:bodyPr/>
                    <a:lstStyle/>
                    <a:p>
                      <a:r>
                        <a:rPr sz="1875">
                          <a:solidFill>
                            <a:srgbClr val="233B4D"/>
                          </a:solidFill>
                          <a:latin typeface="Arial"/>
                          <a:ea typeface="Arial"/>
                          <a:cs typeface="Arial"/>
                        </a:rPr>
                        <a:t>Learned temporal reconstruction</a:t>
                      </a:r>
                    </a:p>
                  </a:txBody>
                  <a:tcPr marL="133350" marR="133350" marT="114300" marB="114300"/>
                </a:tc>
                <a:tc>
                  <a:txBody>
                    <a:bodyPr/>
                    <a:lstStyle/>
                    <a:p>
                      <a:r>
                        <a:rPr sz="1875">
                          <a:solidFill>
                            <a:srgbClr val="233B4D"/>
                          </a:solidFill>
                          <a:latin typeface="Arial"/>
                          <a:ea typeface="Arial"/>
                          <a:cs typeface="Arial"/>
                        </a:rPr>
                        <a:t>Point reconstruction error</a:t>
                      </a:r>
                    </a:p>
                  </a:txBody>
                  <a:tcPr marL="133350" marR="133350" marT="114300" marB="114300"/>
                </a:tc>
              </a:tr>
              <a:tr h="628650">
                <a:tc>
                  <a:txBody>
                    <a:bodyPr/>
                    <a:lstStyle/>
                    <a:p>
                      <a:r>
                        <a:rPr sz="1875">
                          <a:solidFill>
                            <a:srgbClr val="233B4D"/>
                          </a:solidFill>
                          <a:latin typeface="Arial"/>
                          <a:ea typeface="Arial"/>
                          <a:cs typeface="Arial"/>
                        </a:rPr>
                        <a:t>LSTM-VAE</a:t>
                      </a:r>
                    </a:p>
                  </a:txBody>
                  <a:tcPr marL="133350" marR="133350" marT="114300" marB="114300"/>
                </a:tc>
                <a:tc>
                  <a:txBody>
                    <a:bodyPr/>
                    <a:lstStyle/>
                    <a:p>
                      <a:r>
                        <a:rPr sz="1875">
                          <a:solidFill>
                            <a:srgbClr val="233B4D"/>
                          </a:solidFill>
                          <a:latin typeface="Arial"/>
                          <a:ea typeface="Arial"/>
                          <a:cs typeface="Arial"/>
                        </a:rPr>
                        <a:t>Probabilistic latent representation</a:t>
                      </a:r>
                    </a:p>
                  </a:txBody>
                  <a:tcPr marL="133350" marR="133350" marT="114300" marB="114300"/>
                </a:tc>
                <a:tc>
                  <a:txBody>
                    <a:bodyPr/>
                    <a:lstStyle/>
                    <a:p>
                      <a:r>
                        <a:rPr sz="1875">
                          <a:solidFill>
                            <a:srgbClr val="233B4D"/>
                          </a:solidFill>
                          <a:latin typeface="Arial"/>
                          <a:ea typeface="Arial"/>
                          <a:cs typeface="Arial"/>
                        </a:rPr>
                        <a:t>Point reconstruction error</a:t>
                      </a:r>
                    </a:p>
                  </a:txBody>
                  <a:tcPr marL="133350" marR="133350" marT="114300" marB="114300"/>
                </a:tc>
              </a:tr>
              <a:tr h="628650">
                <a:tc>
                  <a:txBody>
                    <a:bodyPr/>
                    <a:lstStyle/>
                    <a:p>
                      <a:r>
                        <a:rPr sz="1875">
                          <a:solidFill>
                            <a:srgbClr val="233B4D"/>
                          </a:solidFill>
                          <a:latin typeface="Arial"/>
                          <a:ea typeface="Arial"/>
                          <a:cs typeface="Arial"/>
                        </a:rPr>
                        <a:t>RPCA</a:t>
                      </a:r>
                    </a:p>
                  </a:txBody>
                  <a:tcPr marL="133350" marR="133350" marT="114300" marB="114300"/>
                </a:tc>
                <a:tc>
                  <a:txBody>
                    <a:bodyPr/>
                    <a:lstStyle/>
                    <a:p>
                      <a:r>
                        <a:rPr sz="1875">
                          <a:solidFill>
                            <a:srgbClr val="233B4D"/>
                          </a:solidFill>
                          <a:latin typeface="Arial"/>
                          <a:ea typeface="Arial"/>
                          <a:cs typeface="Arial"/>
                        </a:rPr>
                        <a:t>Historical normal subspace</a:t>
                      </a:r>
                    </a:p>
                  </a:txBody>
                  <a:tcPr marL="133350" marR="133350" marT="114300" marB="114300"/>
                </a:tc>
                <a:tc>
                  <a:txBody>
                    <a:bodyPr/>
                    <a:lstStyle/>
                    <a:p>
                      <a:r>
                        <a:rPr sz="1875">
                          <a:solidFill>
                            <a:srgbClr val="233B4D"/>
                          </a:solidFill>
                          <a:latin typeface="Arial"/>
                          <a:ea typeface="Arial"/>
                          <a:cs typeface="Arial"/>
                        </a:rPr>
                        <a:t>Residual from normal structure</a:t>
                      </a:r>
                    </a:p>
                  </a:txBody>
                  <a:tcPr marL="133350" marR="133350" marT="114300" marB="114300"/>
                </a:tc>
              </a:tr>
              <a:tr h="628650">
                <a:tc>
                  <a:txBody>
                    <a:bodyPr/>
                    <a:lstStyle/>
                    <a:p>
                      <a:r>
                        <a:rPr sz="1875">
                          <a:solidFill>
                            <a:srgbClr val="233B4D"/>
                          </a:solidFill>
                          <a:latin typeface="Arial"/>
                          <a:ea typeface="Arial"/>
                          <a:cs typeface="Arial"/>
                        </a:rPr>
                        <a:t>Multi-scale Matrix Profile</a:t>
                      </a:r>
                    </a:p>
                  </a:txBody>
                  <a:tcPr marL="133350" marR="133350" marT="114300" marB="114300"/>
                </a:tc>
                <a:tc>
                  <a:txBody>
                    <a:bodyPr/>
                    <a:lstStyle/>
                    <a:p>
                      <a:r>
                        <a:rPr sz="1875">
                          <a:solidFill>
                            <a:srgbClr val="233B4D"/>
                          </a:solidFill>
                          <a:latin typeface="Arial"/>
                          <a:ea typeface="Arial"/>
                          <a:cs typeface="Arial"/>
                        </a:rPr>
                        <a:t>Historical subsequence matches</a:t>
                      </a:r>
                    </a:p>
                  </a:txBody>
                  <a:tcPr marL="133350" marR="133350" marT="114300" marB="114300"/>
                </a:tc>
                <a:tc>
                  <a:txBody>
                    <a:bodyPr/>
                    <a:lstStyle/>
                    <a:p>
                      <a:r>
                        <a:rPr sz="1875">
                          <a:solidFill>
                            <a:srgbClr val="233B4D"/>
                          </a:solidFill>
                          <a:latin typeface="Arial"/>
                          <a:ea typeface="Arial"/>
                          <a:cs typeface="Arial"/>
                        </a:rPr>
                        <a:t>Distance from familiar patterns</a:t>
                      </a:r>
                    </a:p>
                  </a:txBody>
                  <a:tcPr marL="133350" marR="133350" marT="114300" marB="114300"/>
                </a:tc>
              </a:tr>
            </a:tbl>
          </a:graphicData>
        </a:graphic>
      </p:graphicFrame>
      <p:sp>
        <p:nvSpPr>
          <p:cNvPr id="5" name="">
            <a:extLst xmlns:a="http://schemas.openxmlformats.org/drawingml/2006/main">
              <a:ext uri="{FF2B5EF4-FFF2-40B4-BE49-F238E27FC236}">
                <a16:creationId xmlns:a16="http://schemas.microsoft.com/office/drawing/2014/main" id="{C62D6D2E-4B3C-4D99-8304-C5714E221EDB}"/>
              </a:ext>
            </a:extLst>
          </p:cNvPr>
          <p:cNvSpPr>
            <a:spLocks xmlns:a="http://schemas.openxmlformats.org/drawingml/2006/main" noGrp="1"/>
          </p:cNvSpPr>
          <p:nvPr/>
        </p:nvSpPr>
        <p:spPr>
          <a:xfrm xmlns:a="http://schemas.openxmlformats.org/drawingml/2006/main">
            <a:off x="609600" y="5153025"/>
            <a:ext cx="10715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The earlier pilot also included LOF. Its results remain separate from this four-model August run.</a:t>
            </a:r>
          </a:p>
        </p:txBody>
      </p:sp>
      <p:sp>
        <p:nvSpPr>
          <p:cNvPr id="6" name="">
            <a:extLst xmlns:a="http://schemas.openxmlformats.org/drawingml/2006/main">
              <a:ext uri="{FF2B5EF4-FFF2-40B4-BE49-F238E27FC236}">
                <a16:creationId xmlns:a16="http://schemas.microsoft.com/office/drawing/2014/main" id="{019BB29B-2038-411E-BA23-7E56F0F81274}"/>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Method foundations: Malhotra et al. (2016), Kingma &amp; Welling (2013), Candès et al. (2011), Yeh et al. (2016)</a:t>
            </a:r>
          </a:p>
        </p:txBody>
      </p:sp>
    </p:spTree>
    <p:extLst>
      <p:ext uri="{BB962C8B-B14F-4D97-AF65-F5344CB8AC3E}">
        <p14:creationId xmlns:p14="http://schemas.microsoft.com/office/powerpoint/2010/main" val="10541312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E924F86-322F-4721-AD79-93A8E83F3303}"/>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LSTM-VAE reconstruction scoring</a:t>
            </a:r>
          </a:p>
        </p:txBody>
      </p:sp>
      <p:sp>
        <p:nvSpPr>
          <p:cNvPr id="2" name="">
            <a:extLst xmlns:a="http://schemas.openxmlformats.org/drawingml/2006/main">
              <a:ext uri="{FF2B5EF4-FFF2-40B4-BE49-F238E27FC236}">
                <a16:creationId xmlns:a16="http://schemas.microsoft.com/office/drawing/2014/main" id="{F56482F7-601B-40F0-B954-ECB65D2C589F}"/>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83CC0E1B-3B26-4746-8D48-CC67E17281A6}"/>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E6C3513-A5E1-48EA-86E8-8DF8864F1370}"/>
              </a:ext>
            </a:extLst>
          </p:cNvPr>
          <p:cNvSpPr>
            <a:spLocks xmlns:a="http://schemas.openxmlformats.org/drawingml/2006/main" noGrp="1"/>
          </p:cNvSpPr>
          <p:nvPr/>
        </p:nvSpPr>
        <p:spPr>
          <a:xfrm xmlns:a="http://schemas.openxmlformats.org/drawingml/2006/main">
            <a:off x="609600" y="15716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5"/>
                </a:solidFill>
                <a:latin typeface="Arial"/>
                <a:ea typeface="Arial"/>
                <a:cs typeface="Arial"/>
              </a:defRPr>
            </a:pPr>
            <a:r>
              <a:rPr sz="2400" b="1">
                <a:solidFill>
                  <a:srgbClr val="007F85"/>
                </a:solidFill>
                <a:latin typeface="Arial"/>
                <a:ea typeface="Arial"/>
                <a:cs typeface="Arial"/>
              </a:rPr>
              <a:t>A separate model learns each channel’s historical behaviour</a:t>
            </a:r>
          </a:p>
        </p:txBody>
      </p:sp>
      <p:sp>
        <p:nvSpPr>
          <p:cNvPr id="5" name="">
            <a:extLst xmlns:a="http://schemas.openxmlformats.org/drawingml/2006/main">
              <a:ext uri="{FF2B5EF4-FFF2-40B4-BE49-F238E27FC236}">
                <a16:creationId xmlns:a16="http://schemas.microsoft.com/office/drawing/2014/main" id="{2F7799A9-6579-431D-B33A-7A1D3B3D75A7}"/>
              </a:ext>
            </a:extLst>
          </p:cNvPr>
          <p:cNvSpPr>
            <a:spLocks xmlns:a="http://schemas.openxmlformats.org/drawingml/2006/main" noGrp="1"/>
          </p:cNvSpPr>
          <p:nvPr/>
        </p:nvSpPr>
        <p:spPr>
          <a:xfrm xmlns:a="http://schemas.openxmlformats.org/drawingml/2006/main">
            <a:off x="609600" y="26193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46"/>
                </a:solidFill>
                <a:latin typeface="Arial"/>
                <a:ea typeface="Arial"/>
                <a:cs typeface="Arial"/>
              </a:defRPr>
            </a:pPr>
            <a:r>
              <a:rPr sz="2025" b="1">
                <a:solidFill>
                  <a:srgbClr val="132F46"/>
                </a:solidFill>
                <a:latin typeface="Arial"/>
                <a:ea typeface="Arial"/>
                <a:cs typeface="Arial"/>
              </a:rPr>
              <a:t>Electrical input</a:t>
            </a:r>
          </a:p>
        </p:txBody>
      </p:sp>
      <p:sp>
        <p:nvSpPr>
          <p:cNvPr id="6" name="">
            <a:extLst xmlns:a="http://schemas.openxmlformats.org/drawingml/2006/main">
              <a:ext uri="{FF2B5EF4-FFF2-40B4-BE49-F238E27FC236}">
                <a16:creationId xmlns:a16="http://schemas.microsoft.com/office/drawing/2014/main" id="{DF23BC73-8FE1-461B-91FE-2BCFF9959445}"/>
              </a:ext>
            </a:extLst>
          </p:cNvPr>
          <p:cNvSpPr>
            <a:spLocks xmlns:a="http://schemas.openxmlformats.org/drawingml/2006/main" noGrp="1"/>
          </p:cNvSpPr>
          <p:nvPr/>
        </p:nvSpPr>
        <p:spPr>
          <a:xfrm xmlns:a="http://schemas.openxmlformats.org/drawingml/2006/main">
            <a:off x="609600" y="3162300"/>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24-hour context</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288 five-minute points</a:t>
            </a:r>
          </a:p>
        </p:txBody>
      </p:sp>
      <p:sp>
        <p:nvSpPr>
          <p:cNvPr id="7" name="">
            <a:extLst xmlns:a="http://schemas.openxmlformats.org/drawingml/2006/main">
              <a:ext uri="{FF2B5EF4-FFF2-40B4-BE49-F238E27FC236}">
                <a16:creationId xmlns:a16="http://schemas.microsoft.com/office/drawing/2014/main" id="{65CF8DB0-263C-4BAA-B588-B48C7B20F6E0}"/>
              </a:ext>
            </a:extLst>
          </p:cNvPr>
          <p:cNvSpPr>
            <a:spLocks xmlns:a="http://schemas.openxmlformats.org/drawingml/2006/main" noGrp="1"/>
          </p:cNvSpPr>
          <p:nvPr/>
        </p:nvSpPr>
        <p:spPr>
          <a:xfrm xmlns:a="http://schemas.openxmlformats.org/drawingml/2006/main">
            <a:off x="3371850" y="26193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46"/>
                </a:solidFill>
                <a:latin typeface="Arial"/>
                <a:ea typeface="Arial"/>
                <a:cs typeface="Arial"/>
              </a:defRPr>
            </a:pPr>
            <a:r>
              <a:rPr sz="2025" b="1">
                <a:solidFill>
                  <a:srgbClr val="132F46"/>
                </a:solidFill>
                <a:latin typeface="Arial"/>
                <a:ea typeface="Arial"/>
                <a:cs typeface="Arial"/>
              </a:rPr>
              <a:t>LSTM-VAE</a:t>
            </a:r>
          </a:p>
        </p:txBody>
      </p:sp>
      <p:sp>
        <p:nvSpPr>
          <p:cNvPr id="8" name="">
            <a:extLst xmlns:a="http://schemas.openxmlformats.org/drawingml/2006/main">
              <a:ext uri="{FF2B5EF4-FFF2-40B4-BE49-F238E27FC236}">
                <a16:creationId xmlns:a16="http://schemas.microsoft.com/office/drawing/2014/main" id="{6E675948-69EA-4A88-9D85-158804A7F83C}"/>
              </a:ext>
            </a:extLst>
          </p:cNvPr>
          <p:cNvSpPr>
            <a:spLocks xmlns:a="http://schemas.openxmlformats.org/drawingml/2006/main" noGrp="1"/>
          </p:cNvSpPr>
          <p:nvPr/>
        </p:nvSpPr>
        <p:spPr>
          <a:xfrm xmlns:a="http://schemas.openxmlformats.org/drawingml/2006/main">
            <a:off x="3371850" y="3162300"/>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Encode a latent</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51263ECC-E95F-4765-BFD8-B842C2B0DD18}"/>
              </a:ext>
            </a:extLst>
          </p:cNvPr>
          <p:cNvSpPr>
            <a:spLocks xmlns:a="http://schemas.openxmlformats.org/drawingml/2006/main" noGrp="1"/>
          </p:cNvSpPr>
          <p:nvPr/>
        </p:nvSpPr>
        <p:spPr>
          <a:xfrm xmlns:a="http://schemas.openxmlformats.org/drawingml/2006/main">
            <a:off x="6134100" y="26193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46"/>
                </a:solidFill>
                <a:latin typeface="Arial"/>
                <a:ea typeface="Arial"/>
                <a:cs typeface="Arial"/>
              </a:defRPr>
            </a:pPr>
            <a:r>
              <a:rPr sz="2025" b="1">
                <a:solidFill>
                  <a:srgbClr val="132F46"/>
                </a:solidFill>
                <a:latin typeface="Arial"/>
                <a:ea typeface="Arial"/>
                <a:cs typeface="Arial"/>
              </a:rPr>
              <a:t>Reconstruction</a:t>
            </a:r>
          </a:p>
        </p:txBody>
      </p:sp>
      <p:sp>
        <p:nvSpPr>
          <p:cNvPr id="10" name="">
            <a:extLst xmlns:a="http://schemas.openxmlformats.org/drawingml/2006/main">
              <a:ext uri="{FF2B5EF4-FFF2-40B4-BE49-F238E27FC236}">
                <a16:creationId xmlns:a16="http://schemas.microsoft.com/office/drawing/2014/main" id="{4FAB5674-DA26-4CF1-A83E-20BBCEEA26E0}"/>
              </a:ext>
            </a:extLst>
          </p:cNvPr>
          <p:cNvSpPr>
            <a:spLocks xmlns:a="http://schemas.openxmlformats.org/drawingml/2006/main" noGrp="1"/>
          </p:cNvSpPr>
          <p:nvPr/>
        </p:nvSpPr>
        <p:spPr>
          <a:xfrm xmlns:a="http://schemas.openxmlformats.org/drawingml/2006/main">
            <a:off x="6134100" y="3162300"/>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Compare observed</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and reconstructed values</a:t>
            </a:r>
          </a:p>
        </p:txBody>
      </p:sp>
      <p:sp>
        <p:nvSpPr>
          <p:cNvPr id="11" name="">
            <a:extLst xmlns:a="http://schemas.openxmlformats.org/drawingml/2006/main">
              <a:ext uri="{FF2B5EF4-FFF2-40B4-BE49-F238E27FC236}">
                <a16:creationId xmlns:a16="http://schemas.microsoft.com/office/drawing/2014/main" id="{EF13ED90-BF81-4D31-A621-5685EB1B00AC}"/>
              </a:ext>
            </a:extLst>
          </p:cNvPr>
          <p:cNvSpPr>
            <a:spLocks xmlns:a="http://schemas.openxmlformats.org/drawingml/2006/main" noGrp="1"/>
          </p:cNvSpPr>
          <p:nvPr/>
        </p:nvSpPr>
        <p:spPr>
          <a:xfrm xmlns:a="http://schemas.openxmlformats.org/drawingml/2006/main">
            <a:off x="8896350" y="2619375"/>
            <a:ext cx="247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46"/>
                </a:solidFill>
                <a:latin typeface="Arial"/>
                <a:ea typeface="Arial"/>
                <a:cs typeface="Arial"/>
              </a:defRPr>
            </a:pPr>
            <a:r>
              <a:rPr sz="2025" b="1">
                <a:solidFill>
                  <a:srgbClr val="132F46"/>
                </a:solidFill>
                <a:latin typeface="Arial"/>
                <a:ea typeface="Arial"/>
                <a:cs typeface="Arial"/>
              </a:rPr>
              <a:t>Interval score</a:t>
            </a:r>
          </a:p>
        </p:txBody>
      </p:sp>
      <p:sp>
        <p:nvSpPr>
          <p:cNvPr id="12" name="">
            <a:extLst xmlns:a="http://schemas.openxmlformats.org/drawingml/2006/main">
              <a:ext uri="{FF2B5EF4-FFF2-40B4-BE49-F238E27FC236}">
                <a16:creationId xmlns:a16="http://schemas.microsoft.com/office/drawing/2014/main" id="{E16D28FB-81CD-459A-A9C5-4A042F811F8A}"/>
              </a:ext>
            </a:extLst>
          </p:cNvPr>
          <p:cNvSpPr>
            <a:spLocks xmlns:a="http://schemas.openxmlformats.org/drawingml/2006/main" noGrp="1"/>
          </p:cNvSpPr>
          <p:nvPr/>
        </p:nvSpPr>
        <p:spPr>
          <a:xfrm xmlns:a="http://schemas.openxmlformats.org/drawingml/2006/main">
            <a:off x="8896350" y="3162300"/>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Final three points</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max and mean errors</a:t>
            </a:r>
          </a:p>
        </p:txBody>
      </p:sp>
      <p:sp>
        <p:nvSpPr>
          <p:cNvPr id="13" name="">
            <a:extLst xmlns:a="http://schemas.openxmlformats.org/drawingml/2006/main">
              <a:ext uri="{FF2B5EF4-FFF2-40B4-BE49-F238E27FC236}">
                <a16:creationId xmlns:a16="http://schemas.microsoft.com/office/drawing/2014/main" id="{4952F042-69E4-4C2E-8F2A-6093842DA6F4}"/>
              </a:ext>
            </a:extLst>
          </p:cNvPr>
          <p:cNvSpPr>
            <a:spLocks xmlns:a="http://schemas.openxmlformats.org/drawingml/2006/main" noGrp="1"/>
          </p:cNvSpPr>
          <p:nvPr/>
        </p:nvSpPr>
        <p:spPr>
          <a:xfrm xmlns:a="http://schemas.openxmlformats.org/drawingml/2006/main">
            <a:off x="609600" y="46672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Training combines reconstruction loss with latent regularisation.</a:t>
            </a:r>
          </a:p>
          <a:p xmlns:a="http://schemas.openxmlformats.org/drawingml/2006/main">
            <a:pPr>
              <a:defRPr sz="2175" b="0">
                <a:solidFill>
                  <a:srgbClr val="233B4D"/>
                </a:solidFill>
                <a:latin typeface="Arial"/>
                <a:ea typeface="Arial"/>
                <a:cs typeface="Arial"/>
              </a:defRPr>
            </a:pPr>
            <a:r>
              <a:rPr sz="2175" b="0">
                <a:solidFill>
                  <a:srgbClr val="233B4D"/>
                </a:solidFill>
                <a:latin typeface="Arial"/>
                <a:ea typeface="Arial"/>
                <a:cs typeface="Arial"/>
              </a:rPr>
              <a:t>Inference maps recent reconstruction error to the 15-minute timeline.</a:t>
            </a:r>
          </a:p>
        </p:txBody>
      </p:sp>
      <p:sp>
        <p:nvSpPr>
          <p:cNvPr id="14" name="">
            <a:extLst xmlns:a="http://schemas.openxmlformats.org/drawingml/2006/main">
              <a:ext uri="{FF2B5EF4-FFF2-40B4-BE49-F238E27FC236}">
                <a16:creationId xmlns:a16="http://schemas.microsoft.com/office/drawing/2014/main" id="{844B1BE4-EEAD-4ECF-BBDA-34132D0A88CC}"/>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A high percentile means unusual relative to historical scores. It does not give a fault probability.</a:t>
            </a:r>
          </a:p>
        </p:txBody>
      </p:sp>
    </p:spTree>
    <p:extLst>
      <p:ext uri="{BB962C8B-B14F-4D97-AF65-F5344CB8AC3E}">
        <p14:creationId xmlns:p14="http://schemas.microsoft.com/office/powerpoint/2010/main" val="12618569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A127BC-DEEC-46DD-9020-7D6F6D278910}"/>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Time windows and score alignment</a:t>
            </a:r>
          </a:p>
        </p:txBody>
      </p:sp>
      <p:sp>
        <p:nvSpPr>
          <p:cNvPr id="2" name="">
            <a:extLst xmlns:a="http://schemas.openxmlformats.org/drawingml/2006/main">
              <a:ext uri="{FF2B5EF4-FFF2-40B4-BE49-F238E27FC236}">
                <a16:creationId xmlns:a16="http://schemas.microsoft.com/office/drawing/2014/main" id="{2836A618-22EB-48FC-9E7C-E7AFBCCDB33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A5D013DC-0748-4D8F-AF63-92329E0E0115}"/>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AB740A4-5CD5-4EBA-A8BA-5A0DC65211DA}"/>
              </a:ext>
            </a:extLst>
          </p:cNvPr>
          <p:cNvSpPr>
            <a:spLocks xmlns:a="http://schemas.openxmlformats.org/drawingml/2006/main" noGrp="1"/>
          </p:cNvSpPr>
          <p:nvPr/>
        </p:nvSpPr>
        <p:spPr>
          <a:xfrm xmlns:a="http://schemas.openxmlformats.org/drawingml/2006/main">
            <a:off x="609600" y="15430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85"/>
                </a:solidFill>
                <a:latin typeface="Arial"/>
                <a:ea typeface="Arial"/>
                <a:cs typeface="Arial"/>
              </a:defRPr>
            </a:pPr>
            <a:r>
              <a:rPr sz="2025" b="1">
                <a:solidFill>
                  <a:srgbClr val="007F85"/>
                </a:solidFill>
                <a:latin typeface="Arial"/>
                <a:ea typeface="Arial"/>
                <a:cs typeface="Arial"/>
              </a:rPr>
              <a:t>History before 1 Aug 2026. Test: 1–31 Aug 2026. Australia/Sydney.</a:t>
            </a:r>
          </a:p>
        </p:txBody>
      </p:sp>
      <p:graphicFrame>
        <p:nvGraphicFramePr>
          <p:cNvPr id="11" name=""/>
          <p:cNvGraphicFramePr/>
          <p:nvPr/>
        </p:nvGraphicFramePr>
        <p:xfrm>
          <a:off xmlns:a="http://schemas.openxmlformats.org/drawingml/2006/main" x="609600" y="2152650"/>
          <a:ext xmlns:a="http://schemas.openxmlformats.org/drawingml/2006/main" cx="10972800" cy="2552700"/>
        </p:xfrm>
        <a:graphic xmlns:a="http://schemas.openxmlformats.org/drawingml/2006/main">
          <a:graphicData uri="http://schemas.openxmlformats.org/drawingml/2006/table">
            <a:tbl>
              <a:tblPr/>
              <a:tblGrid>
                <a:gridCol w="2952750"/>
                <a:gridCol w="4095750"/>
                <a:gridCol w="3924300"/>
              </a:tblGrid>
              <a:tr h="638175">
                <a:tc>
                  <a:txBody>
                    <a:bodyPr/>
                    <a:lstStyle/>
                    <a:p>
                      <a:r>
                        <a:rPr sz="1800" b="1">
                          <a:solidFill>
                            <a:srgbClr val="FFFFFF"/>
                          </a:solidFill>
                          <a:latin typeface="Arial"/>
                          <a:ea typeface="Arial"/>
                          <a:cs typeface="Arial"/>
                        </a:rPr>
                        <a:t>Method</a:t>
                      </a:r>
                    </a:p>
                  </a:txBody>
                  <a:tcPr marL="133350" marR="133350" marT="114300" marB="114300">
                    <a:solidFill>
                      <a:srgbClr val="132F46"/>
                    </a:solidFill>
                  </a:tcPr>
                </a:tc>
                <a:tc>
                  <a:txBody>
                    <a:bodyPr/>
                    <a:lstStyle/>
                    <a:p>
                      <a:r>
                        <a:rPr sz="1800" b="1">
                          <a:solidFill>
                            <a:srgbClr val="FFFFFF"/>
                          </a:solidFill>
                          <a:latin typeface="Arial"/>
                          <a:ea typeface="Arial"/>
                          <a:cs typeface="Arial"/>
                        </a:rPr>
                        <a:t>Context / native resolution</a:t>
                      </a:r>
                    </a:p>
                  </a:txBody>
                  <a:tcPr marL="133350" marR="133350" marT="114300" marB="114300">
                    <a:solidFill>
                      <a:srgbClr val="132F46"/>
                    </a:solidFill>
                  </a:tcPr>
                </a:tc>
                <a:tc>
                  <a:txBody>
                    <a:bodyPr/>
                    <a:lstStyle/>
                    <a:p>
                      <a:r>
                        <a:rPr sz="1800" b="1">
                          <a:solidFill>
                            <a:srgbClr val="FFFFFF"/>
                          </a:solidFill>
                          <a:latin typeface="Arial"/>
                          <a:ea typeface="Arial"/>
                          <a:cs typeface="Arial"/>
                        </a:rPr>
                        <a:t>15-minute mapping</a:t>
                      </a:r>
                    </a:p>
                  </a:txBody>
                  <a:tcPr marL="133350" marR="133350" marT="114300" marB="114300">
                    <a:solidFill>
                      <a:srgbClr val="132F46"/>
                    </a:solidFill>
                  </a:tcPr>
                </a:tc>
              </a:tr>
              <a:tr h="638175">
                <a:tc>
                  <a:txBody>
                    <a:bodyPr/>
                    <a:lstStyle/>
                    <a:p>
                      <a:r>
                        <a:rPr sz="1800">
                          <a:solidFill>
                            <a:srgbClr val="233B4D"/>
                          </a:solidFill>
                          <a:latin typeface="Arial"/>
                          <a:ea typeface="Arial"/>
                          <a:cs typeface="Arial"/>
                        </a:rPr>
                        <a:t>LSTM AE and LSTM-VAE</a:t>
                      </a:r>
                    </a:p>
                  </a:txBody>
                  <a:tcPr marL="133350" marR="133350" marT="114300" marB="114300"/>
                </a:tc>
                <a:tc>
                  <a:txBody>
                    <a:bodyPr/>
                    <a:lstStyle/>
                    <a:p>
                      <a:r>
                        <a:rPr sz="1800">
                          <a:solidFill>
                            <a:srgbClr val="233B4D"/>
                          </a:solidFill>
                          <a:latin typeface="Arial"/>
                          <a:ea typeface="Arial"/>
                          <a:cs typeface="Arial"/>
                        </a:rPr>
                        <a:t>24 hours at 5-minute resolution</a:t>
                      </a:r>
                    </a:p>
                  </a:txBody>
                  <a:tcPr marL="133350" marR="133350" marT="114300" marB="114300"/>
                </a:tc>
                <a:tc>
                  <a:txBody>
                    <a:bodyPr/>
                    <a:lstStyle/>
                    <a:p>
                      <a:r>
                        <a:rPr sz="1800">
                          <a:solidFill>
                            <a:srgbClr val="233B4D"/>
                          </a:solidFill>
                          <a:latin typeface="Arial"/>
                          <a:ea typeface="Arial"/>
                          <a:cs typeface="Arial"/>
                        </a:rPr>
                        <a:t>Stride 15 min, final 3 points</a:t>
                      </a:r>
                    </a:p>
                  </a:txBody>
                  <a:tcPr marL="133350" marR="133350" marT="114300" marB="114300"/>
                </a:tc>
              </a:tr>
              <a:tr h="638175">
                <a:tc>
                  <a:txBody>
                    <a:bodyPr/>
                    <a:lstStyle/>
                    <a:p>
                      <a:r>
                        <a:rPr sz="1800">
                          <a:solidFill>
                            <a:srgbClr val="233B4D"/>
                          </a:solidFill>
                          <a:latin typeface="Arial"/>
                          <a:ea typeface="Arial"/>
                          <a:cs typeface="Arial"/>
                        </a:rPr>
                        <a:t>RPCA</a:t>
                      </a:r>
                    </a:p>
                  </a:txBody>
                  <a:tcPr marL="133350" marR="133350" marT="114300" marB="114300"/>
                </a:tc>
                <a:tc>
                  <a:txBody>
                    <a:bodyPr/>
                    <a:lstStyle/>
                    <a:p>
                      <a:r>
                        <a:rPr sz="1800">
                          <a:solidFill>
                            <a:srgbClr val="233B4D"/>
                          </a:solidFill>
                          <a:latin typeface="Arial"/>
                          <a:ea typeface="Arial"/>
                          <a:cs typeface="Arial"/>
                        </a:rPr>
                        <a:t>Daily structure, 5-minute residuals</a:t>
                      </a:r>
                    </a:p>
                  </a:txBody>
                  <a:tcPr marL="133350" marR="133350" marT="114300" marB="114300"/>
                </a:tc>
                <a:tc>
                  <a:txBody>
                    <a:bodyPr/>
                    <a:lstStyle/>
                    <a:p>
                      <a:r>
                        <a:rPr sz="1800">
                          <a:solidFill>
                            <a:srgbClr val="233B4D"/>
                          </a:solidFill>
                          <a:latin typeface="Arial"/>
                          <a:ea typeface="Arial"/>
                          <a:cs typeface="Arial"/>
                        </a:rPr>
                        <a:t>Max and mean of 3 points</a:t>
                      </a:r>
                    </a:p>
                  </a:txBody>
                  <a:tcPr marL="133350" marR="133350" marT="114300" marB="114300"/>
                </a:tc>
              </a:tr>
              <a:tr h="638175">
                <a:tc>
                  <a:txBody>
                    <a:bodyPr/>
                    <a:lstStyle/>
                    <a:p>
                      <a:r>
                        <a:rPr sz="1800">
                          <a:solidFill>
                            <a:srgbClr val="233B4D"/>
                          </a:solidFill>
                          <a:latin typeface="Arial"/>
                          <a:ea typeface="Arial"/>
                          <a:cs typeface="Arial"/>
                        </a:rPr>
                        <a:t>Matrix Profile</a:t>
                      </a:r>
                    </a:p>
                  </a:txBody>
                  <a:tcPr marL="133350" marR="133350" marT="114300" marB="114300"/>
                </a:tc>
                <a:tc>
                  <a:txBody>
                    <a:bodyPr/>
                    <a:lstStyle/>
                    <a:p>
                      <a:r>
                        <a:rPr sz="1800">
                          <a:solidFill>
                            <a:srgbClr val="233B4D"/>
                          </a:solidFill>
                          <a:latin typeface="Arial"/>
                          <a:ea typeface="Arial"/>
                          <a:cs typeface="Arial"/>
                        </a:rPr>
                        <a:t>2 h / 6 h / 24 h at 30-minute base</a:t>
                      </a:r>
                    </a:p>
                  </a:txBody>
                  <a:tcPr marL="133350" marR="133350" marT="114300" marB="114300"/>
                </a:tc>
                <a:tc>
                  <a:txBody>
                    <a:bodyPr/>
                    <a:lstStyle/>
                    <a:p>
                      <a:r>
                        <a:rPr sz="1800">
                          <a:solidFill>
                            <a:srgbClr val="233B4D"/>
                          </a:solidFill>
                          <a:latin typeface="Arial"/>
                          <a:ea typeface="Arial"/>
                          <a:cs typeface="Arial"/>
                        </a:rPr>
                        <a:t>Repeat into 2 bins, mark source</a:t>
                      </a:r>
                    </a:p>
                  </a:txBody>
                  <a:tcPr marL="133350" marR="133350" marT="114300" marB="114300"/>
                </a:tc>
              </a:tr>
            </a:tbl>
          </a:graphicData>
        </a:graphic>
      </p:graphicFrame>
      <p:sp>
        <p:nvSpPr>
          <p:cNvPr id="6" name="">
            <a:extLst xmlns:a="http://schemas.openxmlformats.org/drawingml/2006/main">
              <a:ext uri="{FF2B5EF4-FFF2-40B4-BE49-F238E27FC236}">
                <a16:creationId xmlns:a16="http://schemas.microsoft.com/office/drawing/2014/main" id="{E5E07567-616D-46DD-B571-43E17A09912E}"/>
              </a:ext>
            </a:extLst>
          </p:cNvPr>
          <p:cNvSpPr>
            <a:spLocks xmlns:a="http://schemas.openxmlformats.org/drawingml/2006/main" noGrp="1"/>
          </p:cNvSpPr>
          <p:nvPr/>
        </p:nvSpPr>
        <p:spPr>
          <a:xfrm xmlns:a="http://schemas.openxmlformats.org/drawingml/2006/main">
            <a:off x="609600" y="5010150"/>
            <a:ext cx="10763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B4D"/>
                </a:solidFill>
                <a:latin typeface="Arial"/>
                <a:ea typeface="Arial"/>
                <a:cs typeface="Arial"/>
              </a:defRPr>
            </a:pPr>
            <a:r>
              <a:rPr sz="1950" b="0">
                <a:solidFill>
                  <a:srgbClr val="233B4D"/>
                </a:solidFill>
                <a:latin typeface="Arial"/>
                <a:ea typeface="Arial"/>
                <a:cs typeface="Arial"/>
              </a:rPr>
              <a:t>Frozen historical ECDF calibrates each model’s scores.</a:t>
            </a:r>
          </a:p>
          <a:p xmlns:a="http://schemas.openxmlformats.org/drawingml/2006/main">
            <a:pPr>
              <a:defRPr sz="1950" b="0">
                <a:solidFill>
                  <a:srgbClr val="233B4D"/>
                </a:solidFill>
                <a:latin typeface="Arial"/>
                <a:ea typeface="Arial"/>
                <a:cs typeface="Arial"/>
              </a:defRPr>
            </a:pPr>
            <a:r>
              <a:rPr sz="1950" b="0">
                <a:solidFill>
                  <a:srgbClr val="233B4D"/>
                </a:solidFill>
                <a:latin typeface="Arial"/>
                <a:ea typeface="Arial"/>
                <a:cs typeface="Arial"/>
              </a:rPr>
              <a:t>Max preserves severity. Mean describes persistence.</a:t>
            </a:r>
          </a:p>
          <a:p xmlns:a="http://schemas.openxmlformats.org/drawingml/2006/main">
            <a:pPr>
              <a:defRPr sz="1950" b="0">
                <a:solidFill>
                  <a:srgbClr val="233B4D"/>
                </a:solidFill>
                <a:latin typeface="Arial"/>
                <a:ea typeface="Arial"/>
                <a:cs typeface="Arial"/>
              </a:defRPr>
            </a:pPr>
            <a:r>
              <a:rPr sz="1950" b="0">
                <a:solidFill>
                  <a:srgbClr val="233B4D"/>
                </a:solidFill>
                <a:latin typeface="Arial"/>
                <a:ea typeface="Arial"/>
                <a:cs typeface="Arial"/>
              </a:rPr>
              <a:t>Unavailable scores remain missing. Repeated MP bins retain their 30-minute origin.</a:t>
            </a:r>
          </a:p>
        </p:txBody>
      </p:sp>
    </p:spTree>
    <p:extLst>
      <p:ext uri="{BB962C8B-B14F-4D97-AF65-F5344CB8AC3E}">
        <p14:creationId xmlns:p14="http://schemas.microsoft.com/office/powerpoint/2010/main" val="515271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9C4A33-9887-4FA9-90FB-92BF71CC29E5}"/>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August coverage and alert burden</a:t>
            </a:r>
          </a:p>
        </p:txBody>
      </p:sp>
      <p:sp>
        <p:nvSpPr>
          <p:cNvPr id="2" name="">
            <a:extLst xmlns:a="http://schemas.openxmlformats.org/drawingml/2006/main">
              <a:ext uri="{FF2B5EF4-FFF2-40B4-BE49-F238E27FC236}">
                <a16:creationId xmlns:a16="http://schemas.microsoft.com/office/drawing/2014/main" id="{83188BA4-7F54-4E56-B0E1-FFE39D0DCC9E}"/>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A9087565-C872-491D-A381-E3A686D57136}"/>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2850907-8CDD-4DB6-8ED5-1C99B6817D76}"/>
              </a:ext>
            </a:extLst>
          </p:cNvPr>
          <p:cNvSpPr>
            <a:spLocks xmlns:a="http://schemas.openxmlformats.org/drawingml/2006/main" noGrp="1"/>
          </p:cNvSpPr>
          <p:nvPr/>
        </p:nvSpPr>
        <p:spPr>
          <a:xfrm xmlns:a="http://schemas.openxmlformats.org/drawingml/2006/main">
            <a:off x="609600" y="15240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Channels with outputs</a:t>
            </a:r>
          </a:p>
        </p:txBody>
      </p:sp>
      <p:sp>
        <p:nvSpPr>
          <p:cNvPr id="5" name="">
            <a:extLst xmlns:a="http://schemas.openxmlformats.org/drawingml/2006/main">
              <a:ext uri="{FF2B5EF4-FFF2-40B4-BE49-F238E27FC236}">
                <a16:creationId xmlns:a16="http://schemas.microsoft.com/office/drawing/2014/main" id="{343205A5-4663-4123-A851-0AE0A918B707}"/>
              </a:ext>
            </a:extLst>
          </p:cNvPr>
          <p:cNvSpPr>
            <a:spLocks xmlns:a="http://schemas.openxmlformats.org/drawingml/2006/main" noGrp="1"/>
          </p:cNvSpPr>
          <p:nvPr/>
        </p:nvSpPr>
        <p:spPr>
          <a:xfrm xmlns:a="http://schemas.openxmlformats.org/drawingml/2006/main">
            <a:off x="6229350" y="15240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Flagged share of available intervals</a:t>
            </a:r>
          </a:p>
        </p:txBody>
      </p:sp>
      <p:graphicFrame>
        <p:nvGraphicFramePr>
          <p:cNvPr id="15" name="Chart"/>
          <p:cNvGraphicFramePr/>
          <p:nvPr/>
        </p:nvGraphicFramePr>
        <p:xfrm>
          <a:off xmlns:a="http://schemas.openxmlformats.org/drawingml/2006/main" x="609600" y="2095500"/>
          <a:ext xmlns:a="http://schemas.openxmlformats.org/drawingml/2006/main" cx="5143500" cy="3143250"/>
        </p:xfrm>
        <a:graphic xmlns:a="http://schemas.openxmlformats.org/drawingml/2006/main">
          <a:graphicData uri="http://schemas.openxmlformats.org/drawingml/2006/chart">
            <c:chart xmlns:r="http://schemas.openxmlformats.org/officeDocument/2006/relationships" xmlns:c="http://schemas.openxmlformats.org/drawingml/2006/chart" r:id="R2a74c86aea384423"/>
          </a:graphicData>
        </a:graphic>
      </p:graphicFrame>
      <p:graphicFrame>
        <p:nvGraphicFramePr>
          <p:cNvPr id="16" name="Chart"/>
          <p:cNvGraphicFramePr/>
          <p:nvPr/>
        </p:nvGraphicFramePr>
        <p:xfrm>
          <a:off xmlns:a="http://schemas.openxmlformats.org/drawingml/2006/main" x="6191250" y="2095500"/>
          <a:ext xmlns:a="http://schemas.openxmlformats.org/drawingml/2006/main" cx="5391150" cy="3143250"/>
        </p:xfrm>
        <a:graphic xmlns:a="http://schemas.openxmlformats.org/drawingml/2006/main">
          <a:graphicData uri="http://schemas.openxmlformats.org/drawingml/2006/chart">
            <c:chart xmlns:r="http://schemas.openxmlformats.org/officeDocument/2006/relationships" xmlns:c="http://schemas.openxmlformats.org/drawingml/2006/chart" r:id="R21c3f7ca4488465e"/>
          </a:graphicData>
        </a:graphic>
      </p:graphicFrame>
      <p:sp>
        <p:nvSpPr>
          <p:cNvPr id="8" name="">
            <a:extLst xmlns:a="http://schemas.openxmlformats.org/drawingml/2006/main">
              <a:ext uri="{FF2B5EF4-FFF2-40B4-BE49-F238E27FC236}">
                <a16:creationId xmlns:a16="http://schemas.microsoft.com/office/drawing/2014/main" id="{9B4A9B5D-22A3-4FB3-B54E-03B60DFEC78F}"/>
              </a:ext>
            </a:extLst>
          </p:cNvPr>
          <p:cNvSpPr>
            <a:spLocks xmlns:a="http://schemas.openxmlformats.org/drawingml/2006/main" noGrp="1"/>
          </p:cNvSpPr>
          <p:nvPr/>
        </p:nvSpPr>
        <p:spPr>
          <a:xfrm xmlns:a="http://schemas.openxmlformats.org/drawingml/2006/main">
            <a:off x="609600" y="539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F46"/>
                </a:solidFill>
                <a:latin typeface="Arial"/>
                <a:ea typeface="Arial"/>
                <a:cs typeface="Arial"/>
              </a:defRPr>
            </a:pPr>
            <a:r>
              <a:rPr sz="2025" b="1">
                <a:solidFill>
                  <a:srgbClr val="132F46"/>
                </a:solidFill>
                <a:latin typeface="Arial"/>
                <a:ea typeface="Arial"/>
                <a:cs typeface="Arial"/>
              </a:rPr>
              <a:t>Coverage and thresholds differ. These figures describe workload and availability, without establishing an accuracy ranking.</a:t>
            </a:r>
          </a:p>
        </p:txBody>
      </p:sp>
      <p:sp>
        <p:nvSpPr>
          <p:cNvPr id="9" name="">
            <a:extLst xmlns:a="http://schemas.openxmlformats.org/drawingml/2006/main">
              <a:ext uri="{FF2B5EF4-FFF2-40B4-BE49-F238E27FC236}">
                <a16:creationId xmlns:a16="http://schemas.microsoft.com/office/drawing/2014/main" id="{F77C4E76-021F-4AFC-B9B7-C3D55F3B98F8}"/>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MP counts repeated 15-minute bins. A flagged interval share is not a false-positive rate.</a:t>
            </a:r>
          </a:p>
        </p:txBody>
      </p:sp>
    </p:spTree>
    <p:extLst>
      <p:ext uri="{BB962C8B-B14F-4D97-AF65-F5344CB8AC3E}">
        <p14:creationId xmlns:p14="http://schemas.microsoft.com/office/powerpoint/2010/main" val="3815052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27F40FB-5D42-432A-BAA9-F31B48C41305}"/>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A real case: four-model agreement</a:t>
            </a:r>
          </a:p>
        </p:txBody>
      </p:sp>
      <p:sp>
        <p:nvSpPr>
          <p:cNvPr id="2" name="">
            <a:extLst xmlns:a="http://schemas.openxmlformats.org/drawingml/2006/main">
              <a:ext uri="{FF2B5EF4-FFF2-40B4-BE49-F238E27FC236}">
                <a16:creationId xmlns:a16="http://schemas.microsoft.com/office/drawing/2014/main" id="{FB8D1372-69B2-40AB-99D6-5071AB453CFD}"/>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274E7B64-4234-4A2B-8F0B-FD3DCF13114F}"/>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7B3CEDA-1AA1-44E5-A1F4-093CC4E5B400}"/>
              </a:ext>
            </a:extLst>
          </p:cNvPr>
          <p:cNvSpPr>
            <a:spLocks xmlns:a="http://schemas.openxmlformats.org/drawingml/2006/main" noGrp="1"/>
          </p:cNvSpPr>
          <p:nvPr/>
        </p:nvSpPr>
        <p:spPr>
          <a:xfrm xmlns:a="http://schemas.openxmlformats.org/drawingml/2006/main">
            <a:off x="609600" y="140017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85"/>
                </a:solidFill>
                <a:latin typeface="Arial"/>
                <a:ea typeface="Arial"/>
                <a:cs typeface="Arial"/>
              </a:defRPr>
            </a:pPr>
            <a:r>
              <a:rPr sz="1800" b="1">
                <a:solidFill>
                  <a:srgbClr val="007F85"/>
                </a:solidFill>
                <a:latin typeface="Arial"/>
                <a:ea typeface="Arial"/>
                <a:cs typeface="Arial"/>
              </a:rPr>
              <a:t>MR001, DD43710150291_0, 21 Aug 2026 at 06:00 (UTC+10)</a:t>
            </a:r>
          </a:p>
        </p:txBody>
      </p:sp>
      <p:graphicFrame>
        <p:nvGraphicFramePr>
          <p:cNvPr id="18" name="Chart"/>
          <p:cNvGraphicFramePr/>
          <p:nvPr/>
        </p:nvGraphicFramePr>
        <p:xfrm>
          <a:off xmlns:a="http://schemas.openxmlformats.org/drawingml/2006/main" x="609600" y="1828800"/>
          <a:ext xmlns:a="http://schemas.openxmlformats.org/drawingml/2006/main" cx="7696200" cy="1762125"/>
        </p:xfrm>
        <a:graphic xmlns:a="http://schemas.openxmlformats.org/drawingml/2006/main">
          <a:graphicData uri="http://schemas.openxmlformats.org/drawingml/2006/chart">
            <c:chart xmlns:r="http://schemas.openxmlformats.org/officeDocument/2006/relationships" xmlns:c="http://schemas.openxmlformats.org/drawingml/2006/chart" r:id="R13e9a4130f034195"/>
          </a:graphicData>
        </a:graphic>
      </p:graphicFrame>
      <p:graphicFrame>
        <p:nvGraphicFramePr>
          <p:cNvPr id="19" name="Chart"/>
          <p:cNvGraphicFramePr/>
          <p:nvPr/>
        </p:nvGraphicFramePr>
        <p:xfrm>
          <a:off xmlns:a="http://schemas.openxmlformats.org/drawingml/2006/main" x="609600" y="3724275"/>
          <a:ext xmlns:a="http://schemas.openxmlformats.org/drawingml/2006/main" cx="7696200" cy="2009775"/>
        </p:xfrm>
        <a:graphic xmlns:a="http://schemas.openxmlformats.org/drawingml/2006/main">
          <a:graphicData uri="http://schemas.openxmlformats.org/drawingml/2006/chart">
            <c:chart xmlns:r="http://schemas.openxmlformats.org/officeDocument/2006/relationships" xmlns:c="http://schemas.openxmlformats.org/drawingml/2006/chart" r:id="Ra9008231178e4ad4"/>
          </a:graphicData>
        </a:graphic>
      </p:graphicFrame>
      <p:sp>
        <p:nvSpPr>
          <p:cNvPr id="7" name="">
            <a:extLst xmlns:a="http://schemas.openxmlformats.org/drawingml/2006/main">
              <a:ext uri="{FF2B5EF4-FFF2-40B4-BE49-F238E27FC236}">
                <a16:creationId xmlns:a16="http://schemas.microsoft.com/office/drawing/2014/main" id="{B6910D43-FC8B-41CA-A183-BE47A270A9E8}"/>
              </a:ext>
            </a:extLst>
          </p:cNvPr>
          <p:cNvSpPr>
            <a:spLocks xmlns:a="http://schemas.openxmlformats.org/drawingml/2006/main" noGrp="1"/>
          </p:cNvSpPr>
          <p:nvPr/>
        </p:nvSpPr>
        <p:spPr>
          <a:xfrm xmlns:a="http://schemas.openxmlformats.org/drawingml/2006/main">
            <a:off x="2190750" y="5772150"/>
            <a:ext cx="595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37786"/>
                </a:solidFill>
                <a:latin typeface="Arial"/>
                <a:ea typeface="Arial"/>
                <a:cs typeface="Arial"/>
              </a:defRPr>
            </a:pPr>
            <a:r>
              <a:rPr sz="1425" b="0">
                <a:solidFill>
                  <a:srgbClr val="637786"/>
                </a:solidFill>
                <a:latin typeface="Arial"/>
                <a:ea typeface="Arial"/>
                <a:cs typeface="Arial"/>
              </a:rPr>
              <a:t>Hours relative to the selected interval (0)</a:t>
            </a:r>
          </a:p>
        </p:txBody>
      </p:sp>
      <p:sp>
        <p:nvSpPr>
          <p:cNvPr id="8" name="">
            <a:extLst xmlns:a="http://schemas.openxmlformats.org/drawingml/2006/main">
              <a:ext uri="{FF2B5EF4-FFF2-40B4-BE49-F238E27FC236}">
                <a16:creationId xmlns:a16="http://schemas.microsoft.com/office/drawing/2014/main" id="{4F261B31-BD1B-4FF3-891B-2095D281C35D}"/>
              </a:ext>
            </a:extLst>
          </p:cNvPr>
          <p:cNvSpPr>
            <a:spLocks xmlns:a="http://schemas.openxmlformats.org/drawingml/2006/main" noGrp="1"/>
          </p:cNvSpPr>
          <p:nvPr/>
        </p:nvSpPr>
        <p:spPr>
          <a:xfrm xmlns:a="http://schemas.openxmlformats.org/drawingml/2006/main">
            <a:off x="8696325" y="18669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Observed change</a:t>
            </a:r>
          </a:p>
        </p:txBody>
      </p:sp>
      <p:sp>
        <p:nvSpPr>
          <p:cNvPr id="9" name="">
            <a:extLst xmlns:a="http://schemas.openxmlformats.org/drawingml/2006/main">
              <a:ext uri="{FF2B5EF4-FFF2-40B4-BE49-F238E27FC236}">
                <a16:creationId xmlns:a16="http://schemas.microsoft.com/office/drawing/2014/main" id="{1533558E-C6F7-4EF3-9120-53D17B38DEA3}"/>
              </a:ext>
            </a:extLst>
          </p:cNvPr>
          <p:cNvSpPr>
            <a:spLocks xmlns:a="http://schemas.openxmlformats.org/drawingml/2006/main" noGrp="1"/>
          </p:cNvSpPr>
          <p:nvPr/>
        </p:nvSpPr>
        <p:spPr>
          <a:xfrm xmlns:a="http://schemas.openxmlformats.org/drawingml/2006/main">
            <a:off x="8696325" y="2324100"/>
            <a:ext cx="27908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Power rises from about</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4 kW to 28 kW.</a:t>
            </a:r>
          </a:p>
        </p:txBody>
      </p:sp>
      <p:sp>
        <p:nvSpPr>
          <p:cNvPr id="10" name="">
            <a:extLst xmlns:a="http://schemas.openxmlformats.org/drawingml/2006/main">
              <a:ext uri="{FF2B5EF4-FFF2-40B4-BE49-F238E27FC236}">
                <a16:creationId xmlns:a16="http://schemas.microsoft.com/office/drawing/2014/main" id="{58AE4A35-A7CC-407A-A807-0239E8DCF7A9}"/>
              </a:ext>
            </a:extLst>
          </p:cNvPr>
          <p:cNvSpPr>
            <a:spLocks xmlns:a="http://schemas.openxmlformats.org/drawingml/2006/main" noGrp="1"/>
          </p:cNvSpPr>
          <p:nvPr/>
        </p:nvSpPr>
        <p:spPr>
          <a:xfrm xmlns:a="http://schemas.openxmlformats.org/drawingml/2006/main">
            <a:off x="8696325" y="338137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0D3F6013-8B8B-405C-A638-E91446A436B6}"/>
              </a:ext>
            </a:extLst>
          </p:cNvPr>
          <p:cNvSpPr>
            <a:spLocks xmlns:a="http://schemas.openxmlformats.org/drawingml/2006/main" noGrp="1"/>
          </p:cNvSpPr>
          <p:nvPr/>
        </p:nvSpPr>
        <p:spPr>
          <a:xfrm xmlns:a="http://schemas.openxmlformats.org/drawingml/2006/main">
            <a:off x="8696325" y="3838575"/>
            <a:ext cx="27908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All four flag the start.</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Operational cause</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remains unconfirmed.</a:t>
            </a:r>
          </a:p>
        </p:txBody>
      </p:sp>
      <p:sp>
        <p:nvSpPr>
          <p:cNvPr id="12" name="">
            <a:extLst xmlns:a="http://schemas.openxmlformats.org/drawingml/2006/main">
              <a:ext uri="{FF2B5EF4-FFF2-40B4-BE49-F238E27FC236}">
                <a16:creationId xmlns:a16="http://schemas.microsoft.com/office/drawing/2014/main" id="{340D8AEC-B6C6-4E5C-BCE0-06DC60E82074}"/>
              </a:ext>
            </a:extLst>
          </p:cNvPr>
          <p:cNvSpPr>
            <a:spLocks xmlns:a="http://schemas.openxmlformats.org/drawingml/2006/main" noGrp="1"/>
          </p:cNvSpPr>
          <p:nvPr/>
        </p:nvSpPr>
        <p:spPr>
          <a:xfrm xmlns:a="http://schemas.openxmlformats.org/drawingml/2006/main">
            <a:off x="8696325" y="5048250"/>
            <a:ext cx="285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37786"/>
                </a:solidFill>
                <a:latin typeface="Arial"/>
                <a:ea typeface="Arial"/>
                <a:cs typeface="Arial"/>
              </a:defRPr>
            </a:pPr>
            <a:r>
              <a:rPr sz="1725" b="0">
                <a:solidFill>
                  <a:srgbClr val="637786"/>
                </a:solidFill>
                <a:latin typeface="Arial"/>
                <a:ea typeface="Arial"/>
                <a:cs typeface="Arial"/>
              </a:rPr>
              <a:t>Client feedback:</a:t>
            </a:r>
          </a:p>
          <a:p xmlns:a="http://schemas.openxmlformats.org/drawingml/2006/main">
            <a:pPr>
              <a:defRPr sz="1725" b="0">
                <a:solidFill>
                  <a:srgbClr val="637786"/>
                </a:solidFill>
                <a:latin typeface="Arial"/>
                <a:ea typeface="Arial"/>
                <a:cs typeface="Arial"/>
              </a:defRPr>
            </a:pPr>
            <a:r>
              <a:rPr sz="1725" b="0">
                <a:solidFill>
                  <a:srgbClr val="637786"/>
                </a:solidFill>
                <a:latin typeface="Arial"/>
                <a:ea typeface="Arial"/>
                <a:cs typeface="Arial"/>
              </a:rPr>
              <a:t>some sampled alerts</a:t>
            </a:r>
          </a:p>
          <a:p xmlns:a="http://schemas.openxmlformats.org/drawingml/2006/main">
            <a:pPr>
              <a:defRPr sz="1725" b="0">
                <a:solidFill>
                  <a:srgbClr val="637786"/>
                </a:solidFill>
                <a:latin typeface="Arial"/>
                <a:ea typeface="Arial"/>
                <a:cs typeface="Arial"/>
              </a:defRPr>
            </a:pPr>
            <a:r>
              <a:rPr sz="1725" b="0">
                <a:solidFill>
                  <a:srgbClr val="637786"/>
                </a:solidFill>
                <a:latin typeface="Arial"/>
                <a:ea typeface="Arial"/>
                <a:cs typeface="Arial"/>
              </a:rPr>
              <a:t>could not be corroborated.</a:t>
            </a:r>
          </a:p>
        </p:txBody>
      </p:sp>
      <p:sp>
        <p:nvSpPr>
          <p:cNvPr id="13" name="">
            <a:extLst xmlns:a="http://schemas.openxmlformats.org/drawingml/2006/main">
              <a:ext uri="{FF2B5EF4-FFF2-40B4-BE49-F238E27FC236}">
                <a16:creationId xmlns:a16="http://schemas.microsoft.com/office/drawing/2014/main" id="{FAD4F0D2-3F34-4B3A-86AC-30412942B212}"/>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The flat stretch before the rise also needs a data-quality check.</a:t>
            </a:r>
          </a:p>
        </p:txBody>
      </p:sp>
    </p:spTree>
    <p:extLst>
      <p:ext uri="{BB962C8B-B14F-4D97-AF65-F5344CB8AC3E}">
        <p14:creationId xmlns:p14="http://schemas.microsoft.com/office/powerpoint/2010/main" val="16213537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7316BA-86AC-4FB4-B131-785C3D413E09}"/>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A focused manual review set</a:t>
            </a:r>
          </a:p>
        </p:txBody>
      </p:sp>
      <p:sp>
        <p:nvSpPr>
          <p:cNvPr id="2" name="">
            <a:extLst xmlns:a="http://schemas.openxmlformats.org/drawingml/2006/main">
              <a:ext uri="{FF2B5EF4-FFF2-40B4-BE49-F238E27FC236}">
                <a16:creationId xmlns:a16="http://schemas.microsoft.com/office/drawing/2014/main" id="{6668257B-EF5C-4CF6-B147-1E6BF7547CC1}"/>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F2CB5442-F7FF-4E5C-94F4-FB77C5F1F2FF}"/>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11</a:t>
            </a:r>
          </a:p>
        </p:txBody>
      </p:sp>
      <p:graphicFrame>
        <p:nvGraphicFramePr>
          <p:cNvPr id="12" name="Chart"/>
          <p:cNvGraphicFramePr/>
          <p:nvPr/>
        </p:nvGraphicFramePr>
        <p:xfrm>
          <a:off xmlns:a="http://schemas.openxmlformats.org/drawingml/2006/main" x="609600" y="1724025"/>
          <a:ext xmlns:a="http://schemas.openxmlformats.org/drawingml/2006/main" cx="6477000" cy="3400425"/>
        </p:xfrm>
        <a:graphic xmlns:a="http://schemas.openxmlformats.org/drawingml/2006/main">
          <a:graphicData uri="http://schemas.openxmlformats.org/drawingml/2006/chart">
            <c:chart xmlns:r="http://schemas.openxmlformats.org/officeDocument/2006/relationships" xmlns:c="http://schemas.openxmlformats.org/drawingml/2006/chart" r:id="R49c10deeee18488b"/>
          </a:graphicData>
        </a:graphic>
      </p:graphicFrame>
      <p:sp>
        <p:nvSpPr>
          <p:cNvPr id="5" name="">
            <a:extLst xmlns:a="http://schemas.openxmlformats.org/drawingml/2006/main">
              <a:ext uri="{FF2B5EF4-FFF2-40B4-BE49-F238E27FC236}">
                <a16:creationId xmlns:a16="http://schemas.microsoft.com/office/drawing/2014/main" id="{3594D290-46FF-49D1-BE2A-4DB9131B0130}"/>
              </a:ext>
            </a:extLst>
          </p:cNvPr>
          <p:cNvSpPr>
            <a:spLocks xmlns:a="http://schemas.openxmlformats.org/drawingml/2006/main" noGrp="1"/>
          </p:cNvSpPr>
          <p:nvPr/>
        </p:nvSpPr>
        <p:spPr>
          <a:xfrm xmlns:a="http://schemas.openxmlformats.org/drawingml/2006/main">
            <a:off x="7762875" y="1647825"/>
            <a:ext cx="381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7F85"/>
                </a:solidFill>
                <a:latin typeface="Arial"/>
                <a:ea typeface="Arial"/>
                <a:cs typeface="Arial"/>
              </a:defRPr>
            </a:pPr>
            <a:r>
              <a:rPr sz="3450" b="1">
                <a:solidFill>
                  <a:srgbClr val="007F85"/>
                </a:solidFill>
                <a:latin typeface="Arial"/>
                <a:ea typeface="Arial"/>
                <a:cs typeface="Arial"/>
              </a:rPr>
              <a:t>41 cases</a:t>
            </a:r>
          </a:p>
        </p:txBody>
      </p:sp>
      <p:sp>
        <p:nvSpPr>
          <p:cNvPr id="6" name="">
            <a:extLst xmlns:a="http://schemas.openxmlformats.org/drawingml/2006/main">
              <a:ext uri="{FF2B5EF4-FFF2-40B4-BE49-F238E27FC236}">
                <a16:creationId xmlns:a16="http://schemas.microsoft.com/office/drawing/2014/main" id="{8D94B1E3-70E3-42D8-9529-E89ED7DD653C}"/>
              </a:ext>
            </a:extLst>
          </p:cNvPr>
          <p:cNvSpPr>
            <a:spLocks xmlns:a="http://schemas.openxmlformats.org/drawingml/2006/main" noGrp="1"/>
          </p:cNvSpPr>
          <p:nvPr/>
        </p:nvSpPr>
        <p:spPr>
          <a:xfrm xmlns:a="http://schemas.openxmlformats.org/drawingml/2006/main">
            <a:off x="7762875" y="2514600"/>
            <a:ext cx="37147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B4D"/>
                </a:solidFill>
                <a:latin typeface="Arial"/>
                <a:ea typeface="Arial"/>
                <a:cs typeface="Arial"/>
              </a:defRPr>
            </a:pPr>
            <a:r>
              <a:rPr sz="2025" b="0">
                <a:solidFill>
                  <a:srgbClr val="233B4D"/>
                </a:solidFill>
                <a:latin typeface="Arial"/>
                <a:ea typeface="Arial"/>
                <a:cs typeface="Arial"/>
              </a:rPr>
              <a:t>48-hour context per case</a:t>
            </a:r>
          </a:p>
          <a:p xmlns:a="http://schemas.openxmlformats.org/drawingml/2006/main">
            <a:pPr>
              <a:defRPr sz="2025" b="0">
                <a:solidFill>
                  <a:srgbClr val="233B4D"/>
                </a:solidFill>
                <a:latin typeface="Arial"/>
                <a:ea typeface="Arial"/>
                <a:cs typeface="Arial"/>
              </a:defRPr>
            </a:pPr>
            <a:r>
              <a:rPr sz="2025" b="0">
                <a:solidFill>
                  <a:srgbClr val="233B4D"/>
                </a:solidFill>
                <a:latin typeface="Arial"/>
                <a:ea typeface="Arial"/>
                <a:cs typeface="Arial"/>
              </a:rPr>
              <a:t>Original power and current</a:t>
            </a:r>
          </a:p>
          <a:p xmlns:a="http://schemas.openxmlformats.org/drawingml/2006/main">
            <a:pPr>
              <a:defRPr sz="2025" b="0">
                <a:solidFill>
                  <a:srgbClr val="233B4D"/>
                </a:solidFill>
                <a:latin typeface="Arial"/>
                <a:ea typeface="Arial"/>
                <a:cs typeface="Arial"/>
              </a:defRPr>
            </a:pPr>
            <a:r>
              <a:rPr sz="2025" b="0">
                <a:solidFill>
                  <a:srgbClr val="233B4D"/>
                </a:solidFill>
                <a:latin typeface="Arial"/>
                <a:ea typeface="Arial"/>
                <a:cs typeface="Arial"/>
              </a:rPr>
              <a:t>Aligned model scores</a:t>
            </a:r>
          </a:p>
          <a:p xmlns:a="http://schemas.openxmlformats.org/drawingml/2006/main">
            <a:pPr>
              <a:defRPr sz="2025" b="0">
                <a:solidFill>
                  <a:srgbClr val="233B4D"/>
                </a:solidFill>
                <a:latin typeface="Arial"/>
                <a:ea typeface="Arial"/>
                <a:cs typeface="Arial"/>
              </a:defRPr>
            </a:pPr>
            <a:r>
              <a:rPr sz="2025" b="0">
                <a:solidFill>
                  <a:srgbClr val="233B4D"/>
                </a:solidFill>
                <a:latin typeface="Arial"/>
                <a:ea typeface="Arial"/>
                <a:cs typeface="Arial"/>
              </a:rPr>
              <a:t>English plots and gallery</a:t>
            </a:r>
          </a:p>
        </p:txBody>
      </p:sp>
      <p:sp>
        <p:nvSpPr>
          <p:cNvPr id="7" name="">
            <a:extLst xmlns:a="http://schemas.openxmlformats.org/drawingml/2006/main">
              <a:ext uri="{FF2B5EF4-FFF2-40B4-BE49-F238E27FC236}">
                <a16:creationId xmlns:a16="http://schemas.microsoft.com/office/drawing/2014/main" id="{45EA1CB5-4B23-4B0F-BB8D-E68A722DE72B}"/>
              </a:ext>
            </a:extLst>
          </p:cNvPr>
          <p:cNvSpPr>
            <a:spLocks xmlns:a="http://schemas.openxmlformats.org/drawingml/2006/main" noGrp="1"/>
          </p:cNvSpPr>
          <p:nvPr/>
        </p:nvSpPr>
        <p:spPr>
          <a:xfrm xmlns:a="http://schemas.openxmlformats.org/drawingml/2006/main">
            <a:off x="609600" y="52768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46"/>
                </a:solidFill>
                <a:latin typeface="Arial"/>
                <a:ea typeface="Arial"/>
                <a:cs typeface="Arial"/>
              </a:defRPr>
            </a:pPr>
            <a:r>
              <a:rPr sz="2100" b="1">
                <a:solidFill>
                  <a:srgbClr val="132F46"/>
                </a:solidFill>
                <a:latin typeface="Arial"/>
                <a:ea typeface="Arial"/>
                <a:cs typeface="Arial"/>
              </a:rPr>
              <a:t>Single-model disagreements deserve review too. They can expose genuine sensitivity or model-specific false alarms.</a:t>
            </a:r>
          </a:p>
        </p:txBody>
      </p:sp>
      <p:sp>
        <p:nvSpPr>
          <p:cNvPr id="8" name="">
            <a:extLst xmlns:a="http://schemas.openxmlformats.org/drawingml/2006/main">
              <a:ext uri="{FF2B5EF4-FFF2-40B4-BE49-F238E27FC236}">
                <a16:creationId xmlns:a16="http://schemas.microsoft.com/office/drawing/2014/main" id="{DB3D3298-F8BD-42FF-9BC9-B2E20BC6EC53}"/>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Review labels remain unfilled. This selected sample cannot estimate overall detection accuracy.</a:t>
            </a:r>
          </a:p>
        </p:txBody>
      </p:sp>
    </p:spTree>
    <p:extLst>
      <p:ext uri="{BB962C8B-B14F-4D97-AF65-F5344CB8AC3E}">
        <p14:creationId xmlns:p14="http://schemas.microsoft.com/office/powerpoint/2010/main" val="17150850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26E8EB-2683-421F-9864-438A112AE9D5}"/>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Data quality and energy investigation</a:t>
            </a:r>
          </a:p>
        </p:txBody>
      </p:sp>
      <p:sp>
        <p:nvSpPr>
          <p:cNvPr id="2" name="">
            <a:extLst xmlns:a="http://schemas.openxmlformats.org/drawingml/2006/main">
              <a:ext uri="{FF2B5EF4-FFF2-40B4-BE49-F238E27FC236}">
                <a16:creationId xmlns:a16="http://schemas.microsoft.com/office/drawing/2014/main" id="{7CF6D0D6-B22C-4824-99D4-AA36A81AC0BD}"/>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8E83C9D9-8DB2-470E-8F81-D26323396BFD}"/>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35EA61B2-730C-48E8-8ADF-463F173EED6A}"/>
              </a:ext>
            </a:extLst>
          </p:cNvPr>
          <p:cNvSpPr>
            <a:spLocks xmlns:a="http://schemas.openxmlformats.org/drawingml/2006/main" noGrp="1"/>
          </p:cNvSpPr>
          <p:nvPr/>
        </p:nvSpPr>
        <p:spPr>
          <a:xfrm xmlns:a="http://schemas.openxmlformats.org/drawingml/2006/main">
            <a:off x="609600" y="16383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Stale readings</a:t>
            </a:r>
          </a:p>
        </p:txBody>
      </p:sp>
      <p:sp>
        <p:nvSpPr>
          <p:cNvPr id="5" name="">
            <a:extLst xmlns:a="http://schemas.openxmlformats.org/drawingml/2006/main">
              <a:ext uri="{FF2B5EF4-FFF2-40B4-BE49-F238E27FC236}">
                <a16:creationId xmlns:a16="http://schemas.microsoft.com/office/drawing/2014/main" id="{86547EFD-010B-4201-9713-11B33476C44C}"/>
              </a:ext>
            </a:extLst>
          </p:cNvPr>
          <p:cNvSpPr>
            <a:spLocks xmlns:a="http://schemas.openxmlformats.org/drawingml/2006/main" noGrp="1"/>
          </p:cNvSpPr>
          <p:nvPr/>
        </p:nvSpPr>
        <p:spPr>
          <a:xfrm xmlns:a="http://schemas.openxmlformats.org/drawingml/2006/main">
            <a:off x="609600" y="209550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About 96% of the 417 report channels have at least one stuck-reading episode.</a:t>
            </a:r>
          </a:p>
        </p:txBody>
      </p:sp>
      <p:sp>
        <p:nvSpPr>
          <p:cNvPr id="6" name="">
            <a:extLst xmlns:a="http://schemas.openxmlformats.org/drawingml/2006/main">
              <a:ext uri="{FF2B5EF4-FFF2-40B4-BE49-F238E27FC236}">
                <a16:creationId xmlns:a16="http://schemas.microsoft.com/office/drawing/2014/main" id="{63A1FEC7-3731-4D55-BE70-6613323EFF94}"/>
              </a:ext>
            </a:extLst>
          </p:cNvPr>
          <p:cNvSpPr>
            <a:spLocks xmlns:a="http://schemas.openxmlformats.org/drawingml/2006/main" noGrp="1"/>
          </p:cNvSpPr>
          <p:nvPr/>
        </p:nvSpPr>
        <p:spPr>
          <a:xfrm xmlns:a="http://schemas.openxmlformats.org/drawingml/2006/main">
            <a:off x="609600" y="3571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Shared freeze</a:t>
            </a:r>
          </a:p>
        </p:txBody>
      </p:sp>
      <p:sp>
        <p:nvSpPr>
          <p:cNvPr id="7" name="">
            <a:extLst xmlns:a="http://schemas.openxmlformats.org/drawingml/2006/main">
              <a:ext uri="{FF2B5EF4-FFF2-40B4-BE49-F238E27FC236}">
                <a16:creationId xmlns:a16="http://schemas.microsoft.com/office/drawing/2014/main" id="{B3DF910C-595F-4E73-95B3-F78174122D62}"/>
              </a:ext>
            </a:extLst>
          </p:cNvPr>
          <p:cNvSpPr>
            <a:spLocks xmlns:a="http://schemas.openxmlformats.org/drawingml/2006/main" noGrp="1"/>
          </p:cNvSpPr>
          <p:nvPr/>
        </p:nvSpPr>
        <p:spPr>
          <a:xfrm xmlns:a="http://schemas.openxmlformats.org/drawingml/2006/main">
            <a:off x="609600" y="40290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Up to 355 channels show a shared freeze around 18–20 August. Cause needs investigation.</a:t>
            </a:r>
          </a:p>
        </p:txBody>
      </p:sp>
      <p:sp>
        <p:nvSpPr>
          <p:cNvPr id="8" name="">
            <a:extLst xmlns:a="http://schemas.openxmlformats.org/drawingml/2006/main">
              <a:ext uri="{FF2B5EF4-FFF2-40B4-BE49-F238E27FC236}">
                <a16:creationId xmlns:a16="http://schemas.microsoft.com/office/drawing/2014/main" id="{2C44DC28-4002-4B8D-878F-30F1FED60FEF}"/>
              </a:ext>
            </a:extLst>
          </p:cNvPr>
          <p:cNvSpPr>
            <a:spLocks xmlns:a="http://schemas.openxmlformats.org/drawingml/2006/main" noGrp="1"/>
          </p:cNvSpPr>
          <p:nvPr/>
        </p:nvSpPr>
        <p:spPr>
          <a:xfrm xmlns:a="http://schemas.openxmlformats.org/drawingml/2006/main">
            <a:off x="6572250" y="16383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Energy review shortlist</a:t>
            </a:r>
          </a:p>
        </p:txBody>
      </p:sp>
      <p:graphicFrame>
        <p:nvGraphicFramePr>
          <p:cNvPr id="20" name=""/>
          <p:cNvGraphicFramePr/>
          <p:nvPr/>
        </p:nvGraphicFramePr>
        <p:xfrm>
          <a:off xmlns:a="http://schemas.openxmlformats.org/drawingml/2006/main" x="6572250" y="2276475"/>
          <a:ext xmlns:a="http://schemas.openxmlformats.org/drawingml/2006/main" cx="5010150" cy="2619375"/>
        </p:xfrm>
        <a:graphic xmlns:a="http://schemas.openxmlformats.org/drawingml/2006/main">
          <a:graphicData uri="http://schemas.openxmlformats.org/drawingml/2006/table">
            <a:tbl>
              <a:tblPr/>
              <a:tblGrid>
                <a:gridCol w="3429000"/>
                <a:gridCol w="1581150"/>
              </a:tblGrid>
              <a:tr h="654844">
                <a:tc>
                  <a:txBody>
                    <a:bodyPr/>
                    <a:lstStyle/>
                    <a:p>
                      <a:r>
                        <a:rPr sz="1875" b="1">
                          <a:solidFill>
                            <a:srgbClr val="FFFFFF"/>
                          </a:solidFill>
                          <a:latin typeface="Arial"/>
                          <a:ea typeface="Arial"/>
                          <a:cs typeface="Arial"/>
                        </a:rPr>
                        <a:t>Candidate pattern</a:t>
                      </a:r>
                    </a:p>
                  </a:txBody>
                  <a:tcPr marL="133350" marR="133350" marT="114300" marB="114300">
                    <a:solidFill>
                      <a:srgbClr val="132F46"/>
                    </a:solidFill>
                  </a:tcPr>
                </a:tc>
                <a:tc>
                  <a:txBody>
                    <a:bodyPr/>
                    <a:lstStyle/>
                    <a:p>
                      <a:r>
                        <a:rPr sz="1875" b="1">
                          <a:solidFill>
                            <a:srgbClr val="FFFFFF"/>
                          </a:solidFill>
                          <a:latin typeface="Arial"/>
                          <a:ea typeface="Arial"/>
                          <a:cs typeface="Arial"/>
                        </a:rPr>
                        <a:t>Channels</a:t>
                      </a:r>
                    </a:p>
                  </a:txBody>
                  <a:tcPr marL="133350" marR="133350" marT="114300" marB="114300">
                    <a:solidFill>
                      <a:srgbClr val="132F46"/>
                    </a:solidFill>
                  </a:tcPr>
                </a:tc>
              </a:tr>
              <a:tr h="654844">
                <a:tc>
                  <a:txBody>
                    <a:bodyPr/>
                    <a:lstStyle/>
                    <a:p>
                      <a:r>
                        <a:rPr sz="1875">
                          <a:solidFill>
                            <a:srgbClr val="233B4D"/>
                          </a:solidFill>
                          <a:latin typeface="Arial"/>
                          <a:ea typeface="Arial"/>
                          <a:cs typeface="Arial"/>
                        </a:rPr>
                        <a:t>Standby load</a:t>
                      </a:r>
                    </a:p>
                  </a:txBody>
                  <a:tcPr marL="133350" marR="133350" marT="114300" marB="114300"/>
                </a:tc>
                <a:tc>
                  <a:txBody>
                    <a:bodyPr/>
                    <a:lstStyle/>
                    <a:p>
                      <a:r>
                        <a:rPr sz="1875">
                          <a:solidFill>
                            <a:srgbClr val="233B4D"/>
                          </a:solidFill>
                          <a:latin typeface="Arial"/>
                          <a:ea typeface="Arial"/>
                          <a:cs typeface="Arial"/>
                        </a:rPr>
                        <a:t>144</a:t>
                      </a:r>
                    </a:p>
                  </a:txBody>
                  <a:tcPr marL="133350" marR="133350" marT="114300" marB="114300"/>
                </a:tc>
              </a:tr>
              <a:tr h="654844">
                <a:tc>
                  <a:txBody>
                    <a:bodyPr/>
                    <a:lstStyle/>
                    <a:p>
                      <a:r>
                        <a:rPr sz="1875">
                          <a:solidFill>
                            <a:srgbClr val="233B4D"/>
                          </a:solidFill>
                          <a:latin typeface="Arial"/>
                          <a:ea typeface="Arial"/>
                          <a:cs typeface="Arial"/>
                        </a:rPr>
                        <a:t>Weekend operation</a:t>
                      </a:r>
                    </a:p>
                  </a:txBody>
                  <a:tcPr marL="133350" marR="133350" marT="114300" marB="114300"/>
                </a:tc>
                <a:tc>
                  <a:txBody>
                    <a:bodyPr/>
                    <a:lstStyle/>
                    <a:p>
                      <a:r>
                        <a:rPr sz="1875">
                          <a:solidFill>
                            <a:srgbClr val="233B4D"/>
                          </a:solidFill>
                          <a:latin typeface="Arial"/>
                          <a:ea typeface="Arial"/>
                          <a:cs typeface="Arial"/>
                        </a:rPr>
                        <a:t>39</a:t>
                      </a:r>
                    </a:p>
                  </a:txBody>
                  <a:tcPr marL="133350" marR="133350" marT="114300" marB="114300"/>
                </a:tc>
              </a:tr>
              <a:tr h="654844">
                <a:tc>
                  <a:txBody>
                    <a:bodyPr/>
                    <a:lstStyle/>
                    <a:p>
                      <a:r>
                        <a:rPr sz="1875">
                          <a:solidFill>
                            <a:srgbClr val="233B4D"/>
                          </a:solidFill>
                          <a:latin typeface="Arial"/>
                          <a:ea typeface="Arial"/>
                          <a:cs typeface="Arial"/>
                        </a:rPr>
                        <a:t>Spike-day excess</a:t>
                      </a:r>
                    </a:p>
                  </a:txBody>
                  <a:tcPr marL="133350" marR="133350" marT="114300" marB="114300"/>
                </a:tc>
                <a:tc>
                  <a:txBody>
                    <a:bodyPr/>
                    <a:lstStyle/>
                    <a:p>
                      <a:r>
                        <a:rPr sz="1875">
                          <a:solidFill>
                            <a:srgbClr val="233B4D"/>
                          </a:solidFill>
                          <a:latin typeface="Arial"/>
                          <a:ea typeface="Arial"/>
                          <a:cs typeface="Arial"/>
                        </a:rPr>
                        <a:t>115</a:t>
                      </a:r>
                    </a:p>
                  </a:txBody>
                  <a:tcPr marL="133350" marR="133350" marT="114300" marB="114300"/>
                </a:tc>
              </a:tr>
            </a:tbl>
          </a:graphicData>
        </a:graphic>
      </p:graphicFrame>
      <p:sp>
        <p:nvSpPr>
          <p:cNvPr id="10" name="">
            <a:extLst xmlns:a="http://schemas.openxmlformats.org/drawingml/2006/main">
              <a:ext uri="{FF2B5EF4-FFF2-40B4-BE49-F238E27FC236}">
                <a16:creationId xmlns:a16="http://schemas.microsoft.com/office/drawing/2014/main" id="{0C5A67F0-99D0-4FFC-8473-898F3D807CA0}"/>
              </a:ext>
            </a:extLst>
          </p:cNvPr>
          <p:cNvSpPr>
            <a:spLocks xmlns:a="http://schemas.openxmlformats.org/drawingml/2006/main" noGrp="1"/>
          </p:cNvSpPr>
          <p:nvPr/>
        </p:nvSpPr>
        <p:spPr>
          <a:xfrm xmlns:a="http://schemas.openxmlformats.org/drawingml/2006/main">
            <a:off x="6572250" y="5248275"/>
            <a:ext cx="5010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F46"/>
                </a:solidFill>
                <a:latin typeface="Arial"/>
                <a:ea typeface="Arial"/>
                <a:cs typeface="Arial"/>
              </a:defRPr>
            </a:pPr>
            <a:r>
              <a:rPr sz="1875" b="1">
                <a:solidFill>
                  <a:srgbClr val="132F46"/>
                </a:solidFill>
                <a:latin typeface="Arial"/>
                <a:ea typeface="Arial"/>
                <a:cs typeface="Arial"/>
              </a:rPr>
              <a:t>The report gives an indicative annualised</a:t>
            </a:r>
          </a:p>
          <a:p xmlns:a="http://schemas.openxmlformats.org/drawingml/2006/main">
            <a:pPr>
              <a:defRPr sz="1875" b="1">
                <a:solidFill>
                  <a:srgbClr val="132F46"/>
                </a:solidFill>
                <a:latin typeface="Arial"/>
                <a:ea typeface="Arial"/>
                <a:cs typeface="Arial"/>
              </a:defRPr>
            </a:pPr>
            <a:r>
              <a:rPr sz="1875" b="1">
                <a:solidFill>
                  <a:srgbClr val="132F46"/>
                </a:solidFill>
                <a:latin typeface="Arial"/>
                <a:ea typeface="Arial"/>
                <a:cs typeface="Arial"/>
              </a:rPr>
              <a:t>energy opportunity of about 1.4 million kWh.</a:t>
            </a:r>
          </a:p>
        </p:txBody>
      </p:sp>
      <p:sp>
        <p:nvSpPr>
          <p:cNvPr id="11" name="">
            <a:extLst xmlns:a="http://schemas.openxmlformats.org/drawingml/2006/main">
              <a:ext uri="{FF2B5EF4-FFF2-40B4-BE49-F238E27FC236}">
                <a16:creationId xmlns:a16="http://schemas.microsoft.com/office/drawing/2014/main" id="{E1D6D3E4-9BB4-4270-982F-C7BB0B54036F}"/>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Candidate groups overlap. Energy estimates depend on assumptions and require a site audit.</a:t>
            </a:r>
          </a:p>
        </p:txBody>
      </p:sp>
    </p:spTree>
    <p:extLst>
      <p:ext uri="{BB962C8B-B14F-4D97-AF65-F5344CB8AC3E}">
        <p14:creationId xmlns:p14="http://schemas.microsoft.com/office/powerpoint/2010/main" val="15306628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F08E33-6F84-44A4-9AF4-1523776D6E5C}"/>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Controlled anomalies: the data audit</a:t>
            </a:r>
          </a:p>
        </p:txBody>
      </p:sp>
      <p:sp>
        <p:nvSpPr>
          <p:cNvPr id="2" name="">
            <a:extLst xmlns:a="http://schemas.openxmlformats.org/drawingml/2006/main">
              <a:ext uri="{FF2B5EF4-FFF2-40B4-BE49-F238E27FC236}">
                <a16:creationId xmlns:a16="http://schemas.microsoft.com/office/drawing/2014/main" id="{F7174AC6-E6ED-4A24-80F9-558F708D1E3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36953949-CBE0-46CB-8A6C-C793B2587469}"/>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3186991A-0547-46EC-9083-531A9558699E}"/>
              </a:ext>
            </a:extLst>
          </p:cNvPr>
          <p:cNvSpPr>
            <a:spLocks xmlns:a="http://schemas.openxmlformats.org/drawingml/2006/main" noGrp="1"/>
          </p:cNvSpPr>
          <p:nvPr/>
        </p:nvSpPr>
        <p:spPr>
          <a:xfrm xmlns:a="http://schemas.openxmlformats.org/drawingml/2006/main">
            <a:off x="609600" y="1562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33 modified channels. 6,292 changed 5-minute power points in August.</a:t>
            </a:r>
          </a:p>
        </p:txBody>
      </p:sp>
      <p:graphicFrame>
        <p:nvGraphicFramePr>
          <p:cNvPr id="16" name="Chart"/>
          <p:cNvGraphicFramePr/>
          <p:nvPr/>
        </p:nvGraphicFramePr>
        <p:xfrm>
          <a:off xmlns:a="http://schemas.openxmlformats.org/drawingml/2006/main" x="609600" y="2200275"/>
          <a:ext xmlns:a="http://schemas.openxmlformats.org/drawingml/2006/main" cx="7200900" cy="3000375"/>
        </p:xfrm>
        <a:graphic xmlns:a="http://schemas.openxmlformats.org/drawingml/2006/main">
          <a:graphicData uri="http://schemas.openxmlformats.org/drawingml/2006/chart">
            <c:chart xmlns:r="http://schemas.openxmlformats.org/officeDocument/2006/relationships" xmlns:c="http://schemas.openxmlformats.org/drawingml/2006/chart" r:id="R8b31728900534e90"/>
          </a:graphicData>
        </a:graphic>
      </p:graphicFrame>
      <p:sp>
        <p:nvSpPr>
          <p:cNvPr id="6" name="">
            <a:extLst xmlns:a="http://schemas.openxmlformats.org/drawingml/2006/main">
              <a:ext uri="{FF2B5EF4-FFF2-40B4-BE49-F238E27FC236}">
                <a16:creationId xmlns:a16="http://schemas.microsoft.com/office/drawing/2014/main" id="{EF460672-3F22-4338-AC6D-E4C3898A50D2}"/>
              </a:ext>
            </a:extLst>
          </p:cNvPr>
          <p:cNvSpPr>
            <a:spLocks xmlns:a="http://schemas.openxmlformats.org/drawingml/2006/main" noGrp="1"/>
          </p:cNvSpPr>
          <p:nvPr/>
        </p:nvSpPr>
        <p:spPr>
          <a:xfrm xmlns:a="http://schemas.openxmlformats.org/drawingml/2006/main">
            <a:off x="2190750" y="5286375"/>
            <a:ext cx="571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37786"/>
                </a:solidFill>
                <a:latin typeface="Arial"/>
                <a:ea typeface="Arial"/>
                <a:cs typeface="Arial"/>
              </a:defRPr>
            </a:pPr>
            <a:r>
              <a:rPr sz="1500" b="0">
                <a:solidFill>
                  <a:srgbClr val="637786"/>
                </a:solidFill>
                <a:latin typeface="Arial"/>
                <a:ea typeface="Arial"/>
                <a:cs typeface="Arial"/>
              </a:rPr>
              <a:t>Hours relative to first changed point</a:t>
            </a:r>
          </a:p>
        </p:txBody>
      </p:sp>
      <p:sp>
        <p:nvSpPr>
          <p:cNvPr id="7" name="">
            <a:extLst xmlns:a="http://schemas.openxmlformats.org/drawingml/2006/main">
              <a:ext uri="{FF2B5EF4-FFF2-40B4-BE49-F238E27FC236}">
                <a16:creationId xmlns:a16="http://schemas.microsoft.com/office/drawing/2014/main" id="{5B41B96D-659A-4C6D-A1E8-8AC3C69A2DD4}"/>
              </a:ext>
            </a:extLst>
          </p:cNvPr>
          <p:cNvSpPr>
            <a:spLocks xmlns:a="http://schemas.openxmlformats.org/drawingml/2006/main" noGrp="1"/>
          </p:cNvSpPr>
          <p:nvPr/>
        </p:nvSpPr>
        <p:spPr>
          <a:xfrm xmlns:a="http://schemas.openxmlformats.org/drawingml/2006/main">
            <a:off x="8258175" y="22479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Audit finding</a:t>
            </a:r>
          </a:p>
        </p:txBody>
      </p:sp>
      <p:sp>
        <p:nvSpPr>
          <p:cNvPr id="8" name="">
            <a:extLst xmlns:a="http://schemas.openxmlformats.org/drawingml/2006/main">
              <a:ext uri="{FF2B5EF4-FFF2-40B4-BE49-F238E27FC236}">
                <a16:creationId xmlns:a16="http://schemas.microsoft.com/office/drawing/2014/main" id="{7EA5F4DD-551F-4716-8478-F4D7BCB55DD3}"/>
              </a:ext>
            </a:extLst>
          </p:cNvPr>
          <p:cNvSpPr>
            <a:spLocks xmlns:a="http://schemas.openxmlformats.org/drawingml/2006/main" noGrp="1"/>
          </p:cNvSpPr>
          <p:nvPr/>
        </p:nvSpPr>
        <p:spPr>
          <a:xfrm xmlns:a="http://schemas.openxmlformats.org/drawingml/2006/main">
            <a:off x="8258175" y="27051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111 continuous changed</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segments, rather than</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111 labelled events.</a:t>
            </a:r>
          </a:p>
        </p:txBody>
      </p:sp>
      <p:sp>
        <p:nvSpPr>
          <p:cNvPr id="9" name="">
            <a:extLst xmlns:a="http://schemas.openxmlformats.org/drawingml/2006/main">
              <a:ext uri="{FF2B5EF4-FFF2-40B4-BE49-F238E27FC236}">
                <a16:creationId xmlns:a16="http://schemas.microsoft.com/office/drawing/2014/main" id="{A419BFBA-6418-460D-9826-8549F05F36EA}"/>
              </a:ext>
            </a:extLst>
          </p:cNvPr>
          <p:cNvSpPr>
            <a:spLocks xmlns:a="http://schemas.openxmlformats.org/drawingml/2006/main" noGrp="1"/>
          </p:cNvSpPr>
          <p:nvPr/>
        </p:nvSpPr>
        <p:spPr>
          <a:xfrm xmlns:a="http://schemas.openxmlformats.org/drawingml/2006/main">
            <a:off x="8258175" y="38576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Comparison risk</a:t>
            </a:r>
          </a:p>
        </p:txBody>
      </p:sp>
      <p:sp>
        <p:nvSpPr>
          <p:cNvPr id="10" name="">
            <a:extLst xmlns:a="http://schemas.openxmlformats.org/drawingml/2006/main">
              <a:ext uri="{FF2B5EF4-FFF2-40B4-BE49-F238E27FC236}">
                <a16:creationId xmlns:a16="http://schemas.microsoft.com/office/drawing/2014/main" id="{A5865B29-E88D-4F3C-B615-7521848816B4}"/>
              </a:ext>
            </a:extLst>
          </p:cNvPr>
          <p:cNvSpPr>
            <a:spLocks xmlns:a="http://schemas.openxmlformats.org/drawingml/2006/main" noGrp="1"/>
          </p:cNvSpPr>
          <p:nvPr/>
        </p:nvSpPr>
        <p:spPr>
          <a:xfrm xmlns:a="http://schemas.openxmlformats.org/drawingml/2006/main">
            <a:off x="8258175" y="4314825"/>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Positive / negative power</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columns changed outside</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the injection periods.</a:t>
            </a:r>
          </a:p>
        </p:txBody>
      </p:sp>
      <p:sp>
        <p:nvSpPr>
          <p:cNvPr id="11" name="">
            <a:extLst xmlns:a="http://schemas.openxmlformats.org/drawingml/2006/main">
              <a:ext uri="{FF2B5EF4-FFF2-40B4-BE49-F238E27FC236}">
                <a16:creationId xmlns:a16="http://schemas.microsoft.com/office/drawing/2014/main" id="{BE4ECF58-7CC0-4A98-B637-4EEF129431F6}"/>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Shown: DD33710136504_0. pRealKw_original is a verification reference, excluded from model input.</a:t>
            </a:r>
          </a:p>
        </p:txBody>
      </p:sp>
    </p:spTree>
    <p:extLst>
      <p:ext uri="{BB962C8B-B14F-4D97-AF65-F5344CB8AC3E}">
        <p14:creationId xmlns:p14="http://schemas.microsoft.com/office/powerpoint/2010/main" val="9854374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F1EED9-4860-4E61-BCCB-3DFA691ADE5B}"/>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Paired evaluation with frozen models</a:t>
            </a:r>
          </a:p>
        </p:txBody>
      </p:sp>
      <p:sp>
        <p:nvSpPr>
          <p:cNvPr id="2" name="">
            <a:extLst xmlns:a="http://schemas.openxmlformats.org/drawingml/2006/main">
              <a:ext uri="{FF2B5EF4-FFF2-40B4-BE49-F238E27FC236}">
                <a16:creationId xmlns:a16="http://schemas.microsoft.com/office/drawing/2014/main" id="{066C17A4-CEF1-44FC-88BD-2062C5866F6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D9498B80-D689-4872-BB09-C2EE1F8D9770}"/>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0370DD6-9AEB-4534-BB32-1C66A11FA4D0}"/>
              </a:ext>
            </a:extLst>
          </p:cNvPr>
          <p:cNvSpPr>
            <a:spLocks xmlns:a="http://schemas.openxmlformats.org/drawingml/2006/main" noGrp="1"/>
          </p:cNvSpPr>
          <p:nvPr/>
        </p:nvSpPr>
        <p:spPr>
          <a:xfrm xmlns:a="http://schemas.openxmlformats.org/drawingml/2006/main">
            <a:off x="609600" y="16097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5"/>
                </a:solidFill>
                <a:latin typeface="Arial"/>
                <a:ea typeface="Arial"/>
                <a:cs typeface="Arial"/>
              </a:defRPr>
            </a:pPr>
            <a:r>
              <a:rPr sz="2325" b="1">
                <a:solidFill>
                  <a:srgbClr val="007F85"/>
                </a:solidFill>
                <a:latin typeface="Arial"/>
                <a:ea typeface="Arial"/>
                <a:cs typeface="Arial"/>
              </a:rPr>
              <a:t>The original and injected meter use the same inference pipeline</a:t>
            </a:r>
          </a:p>
        </p:txBody>
      </p:sp>
      <p:graphicFrame>
        <p:nvGraphicFramePr>
          <p:cNvPr id="11" name=""/>
          <p:cNvGraphicFramePr/>
          <p:nvPr/>
        </p:nvGraphicFramePr>
        <p:xfrm>
          <a:off xmlns:a="http://schemas.openxmlformats.org/drawingml/2006/main" x="609600" y="2305050"/>
          <a:ext xmlns:a="http://schemas.openxmlformats.org/drawingml/2006/main" cx="10972800" cy="2790825"/>
        </p:xfrm>
        <a:graphic xmlns:a="http://schemas.openxmlformats.org/drawingml/2006/main">
          <a:graphicData uri="http://schemas.openxmlformats.org/drawingml/2006/table">
            <a:tbl>
              <a:tblPr/>
              <a:tblGrid>
                <a:gridCol w="5448300"/>
                <a:gridCol w="5524500"/>
              </a:tblGrid>
              <a:tr h="558165">
                <a:tc>
                  <a:txBody>
                    <a:bodyPr/>
                    <a:lstStyle/>
                    <a:p>
                      <a:r>
                        <a:rPr sz="1875" b="1">
                          <a:solidFill>
                            <a:srgbClr val="FFFFFF"/>
                          </a:solidFill>
                          <a:latin typeface="Arial"/>
                          <a:ea typeface="Arial"/>
                          <a:cs typeface="Arial"/>
                        </a:rPr>
                        <a:t>Keep fixed</a:t>
                      </a:r>
                    </a:p>
                  </a:txBody>
                  <a:tcPr marL="133350" marR="133350" marT="114300" marB="114300">
                    <a:solidFill>
                      <a:srgbClr val="132F46"/>
                    </a:solidFill>
                  </a:tcPr>
                </a:tc>
                <a:tc>
                  <a:txBody>
                    <a:bodyPr/>
                    <a:lstStyle/>
                    <a:p>
                      <a:r>
                        <a:rPr sz="1875" b="1">
                          <a:solidFill>
                            <a:srgbClr val="FFFFFF"/>
                          </a:solidFill>
                          <a:latin typeface="Arial"/>
                          <a:ea typeface="Arial"/>
                          <a:cs typeface="Arial"/>
                        </a:rPr>
                        <a:t>Measure</a:t>
                      </a:r>
                    </a:p>
                  </a:txBody>
                  <a:tcPr marL="133350" marR="133350" marT="114300" marB="114300">
                    <a:solidFill>
                      <a:srgbClr val="132F46"/>
                    </a:solidFill>
                  </a:tcPr>
                </a:tc>
              </a:tr>
              <a:tr h="558165">
                <a:tc>
                  <a:txBody>
                    <a:bodyPr/>
                    <a:lstStyle/>
                    <a:p>
                      <a:r>
                        <a:rPr sz="1875">
                          <a:solidFill>
                            <a:srgbClr val="233B4D"/>
                          </a:solidFill>
                          <a:latin typeface="Arial"/>
                          <a:ea typeface="Arial"/>
                          <a:cs typeface="Arial"/>
                        </a:rPr>
                        <a:t>Weights, scaler and feature order</a:t>
                      </a:r>
                    </a:p>
                  </a:txBody>
                  <a:tcPr marL="133350" marR="133350" marT="114300" marB="114300"/>
                </a:tc>
                <a:tc>
                  <a:txBody>
                    <a:bodyPr/>
                    <a:lstStyle/>
                    <a:p>
                      <a:r>
                        <a:rPr sz="1875">
                          <a:solidFill>
                            <a:srgbClr val="233B4D"/>
                          </a:solidFill>
                          <a:latin typeface="Arial"/>
                          <a:ea typeface="Arial"/>
                          <a:cs typeface="Arial"/>
                        </a:rPr>
                        <a:t>Change in score during each injection</a:t>
                      </a:r>
                    </a:p>
                  </a:txBody>
                  <a:tcPr marL="133350" marR="133350" marT="114300" marB="114300"/>
                </a:tc>
              </a:tr>
              <a:tr h="558165">
                <a:tc>
                  <a:txBody>
                    <a:bodyPr/>
                    <a:lstStyle/>
                    <a:p>
                      <a:r>
                        <a:rPr sz="1875">
                          <a:solidFill>
                            <a:srgbClr val="233B4D"/>
                          </a:solidFill>
                          <a:latin typeface="Arial"/>
                          <a:ea typeface="Arial"/>
                          <a:cs typeface="Arial"/>
                        </a:rPr>
                        <a:t>Historical ECDF and thresholds</a:t>
                      </a:r>
                    </a:p>
                  </a:txBody>
                  <a:tcPr marL="133350" marR="133350" marT="114300" marB="114300"/>
                </a:tc>
                <a:tc>
                  <a:txBody>
                    <a:bodyPr/>
                    <a:lstStyle/>
                    <a:p>
                      <a:r>
                        <a:rPr sz="1875">
                          <a:solidFill>
                            <a:srgbClr val="233B4D"/>
                          </a:solidFill>
                          <a:latin typeface="Arial"/>
                          <a:ea typeface="Arial"/>
                          <a:cs typeface="Arial"/>
                        </a:rPr>
                        <a:t>Recall over labelled injected events</a:t>
                      </a:r>
                    </a:p>
                  </a:txBody>
                  <a:tcPr marL="133350" marR="133350" marT="114300" marB="114300"/>
                </a:tc>
              </a:tr>
              <a:tr h="558165">
                <a:tc>
                  <a:txBody>
                    <a:bodyPr/>
                    <a:lstStyle/>
                    <a:p>
                      <a:r>
                        <a:rPr sz="1875">
                          <a:solidFill>
                            <a:srgbClr val="233B4D"/>
                          </a:solidFill>
                          <a:latin typeface="Arial"/>
                          <a:ea typeface="Arial"/>
                          <a:cs typeface="Arial"/>
                        </a:rPr>
                        <a:t>Timestamp mapping and valid coverage</a:t>
                      </a:r>
                    </a:p>
                  </a:txBody>
                  <a:tcPr marL="133350" marR="133350" marT="114300" marB="114300"/>
                </a:tc>
                <a:tc>
                  <a:txBody>
                    <a:bodyPr/>
                    <a:lstStyle/>
                    <a:p>
                      <a:r>
                        <a:rPr sz="1875">
                          <a:solidFill>
                            <a:srgbClr val="233B4D"/>
                          </a:solidFill>
                          <a:latin typeface="Arial"/>
                          <a:ea typeface="Arial"/>
                          <a:cs typeface="Arial"/>
                        </a:rPr>
                        <a:t>Detection delay after injection starts</a:t>
                      </a:r>
                    </a:p>
                  </a:txBody>
                  <a:tcPr marL="133350" marR="133350" marT="114300" marB="114300"/>
                </a:tc>
              </a:tr>
              <a:tr h="558165">
                <a:tc>
                  <a:txBody>
                    <a:bodyPr/>
                    <a:lstStyle/>
                    <a:p>
                      <a:r>
                        <a:rPr sz="1875">
                          <a:solidFill>
                            <a:srgbClr val="233B4D"/>
                          </a:solidFill>
                          <a:latin typeface="Arial"/>
                          <a:ea typeface="Arial"/>
                          <a:cs typeface="Arial"/>
                        </a:rPr>
                        <a:t>Windowing and aggregation</a:t>
                      </a:r>
                    </a:p>
                  </a:txBody>
                  <a:tcPr marL="133350" marR="133350" marT="114300" marB="114300"/>
                </a:tc>
                <a:tc>
                  <a:txBody>
                    <a:bodyPr/>
                    <a:lstStyle/>
                    <a:p>
                      <a:r>
                        <a:rPr sz="1875">
                          <a:solidFill>
                            <a:srgbClr val="233B4D"/>
                          </a:solidFill>
                          <a:latin typeface="Arial"/>
                          <a:ea typeface="Arial"/>
                          <a:cs typeface="Arial"/>
                        </a:rPr>
                        <a:t>Alert burden in untouched periods</a:t>
                      </a:r>
                    </a:p>
                  </a:txBody>
                  <a:tcPr marL="133350" marR="133350" marT="114300" marB="114300"/>
                </a:tc>
              </a:tr>
            </a:tbl>
          </a:graphicData>
        </a:graphic>
      </p:graphicFrame>
      <p:sp>
        <p:nvSpPr>
          <p:cNvPr id="6" name="">
            <a:extLst xmlns:a="http://schemas.openxmlformats.org/drawingml/2006/main">
              <a:ext uri="{FF2B5EF4-FFF2-40B4-BE49-F238E27FC236}">
                <a16:creationId xmlns:a16="http://schemas.microsoft.com/office/drawing/2014/main" id="{6B7E1DB0-6418-417B-9C96-F6266BE0BC83}"/>
              </a:ext>
            </a:extLst>
          </p:cNvPr>
          <p:cNvSpPr>
            <a:spLocks xmlns:a="http://schemas.openxmlformats.org/drawingml/2006/main" noGrp="1"/>
          </p:cNvSpPr>
          <p:nvPr/>
        </p:nvSpPr>
        <p:spPr>
          <a:xfrm xmlns:a="http://schemas.openxmlformats.org/drawingml/2006/main">
            <a:off x="609600" y="53625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F46"/>
                </a:solidFill>
                <a:latin typeface="Arial"/>
                <a:ea typeface="Arial"/>
                <a:cs typeface="Arial"/>
              </a:defRPr>
            </a:pPr>
            <a:r>
              <a:rPr sz="2100" b="1">
                <a:solidFill>
                  <a:srgbClr val="132F46"/>
                </a:solidFill>
                <a:latin typeface="Arial"/>
                <a:ea typeface="Arial"/>
                <a:cs typeface="Arial"/>
              </a:rPr>
              <a:t>Next prerequisite: recover matching cloud artifacts, resolve the auxiliary-power change and create an injection manifest.</a:t>
            </a:r>
          </a:p>
        </p:txBody>
      </p:sp>
    </p:spTree>
    <p:extLst>
      <p:ext uri="{BB962C8B-B14F-4D97-AF65-F5344CB8AC3E}">
        <p14:creationId xmlns:p14="http://schemas.microsoft.com/office/powerpoint/2010/main" val="11811497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3B1A4D-56FC-43BF-A723-734C09061A4D}"/>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F46"/>
                </a:solidFill>
                <a:latin typeface="Arial"/>
                <a:ea typeface="Arial"/>
                <a:cs typeface="Arial"/>
              </a:defRPr>
            </a:pPr>
            <a:r>
              <a:rPr sz="3150" b="1">
                <a:solidFill>
                  <a:srgbClr val="132F46"/>
                </a:solidFill>
                <a:latin typeface="Arial"/>
                <a:ea typeface="Arial"/>
                <a:cs typeface="Arial"/>
              </a:rPr>
              <a:t>Deliverables, conclusions and next steps</a:t>
            </a:r>
          </a:p>
        </p:txBody>
      </p:sp>
      <p:sp>
        <p:nvSpPr>
          <p:cNvPr id="2" name="">
            <a:extLst xmlns:a="http://schemas.openxmlformats.org/drawingml/2006/main">
              <a:ext uri="{FF2B5EF4-FFF2-40B4-BE49-F238E27FC236}">
                <a16:creationId xmlns:a16="http://schemas.microsoft.com/office/drawing/2014/main" id="{ED122638-513F-45B1-A564-33D431A0FCDA}"/>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3" name="">
            <a:extLst xmlns:a="http://schemas.openxmlformats.org/drawingml/2006/main">
              <a:ext uri="{FF2B5EF4-FFF2-40B4-BE49-F238E27FC236}">
                <a16:creationId xmlns:a16="http://schemas.microsoft.com/office/drawing/2014/main" id="{D2CE408E-05B1-46EC-9222-425F4CCFAE9E}"/>
              </a:ext>
            </a:extLst>
          </p:cNvPr>
          <p:cNvSpPr>
            <a:spLocks xmlns:a="http://schemas.openxmlformats.org/drawingml/2006/main" noGrp="1"/>
          </p:cNvSpPr>
          <p:nvPr/>
        </p:nvSpPr>
        <p:spPr>
          <a:xfrm xmlns:a="http://schemas.openxmlformats.org/drawingml/2006/main">
            <a:off x="11144250" y="6457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37786"/>
                </a:solidFill>
                <a:latin typeface="Arial"/>
                <a:ea typeface="Arial"/>
                <a:cs typeface="Arial"/>
              </a:defRPr>
            </a:pPr>
            <a:r>
              <a:rPr sz="1275" b="0">
                <a:solidFill>
                  <a:srgbClr val="637786"/>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406DD7D-F653-4D4F-AEAD-FE55AFE915BA}"/>
              </a:ext>
            </a:extLst>
          </p:cNvPr>
          <p:cNvSpPr>
            <a:spLocks xmlns:a="http://schemas.openxmlformats.org/drawingml/2006/main" noGrp="1"/>
          </p:cNvSpPr>
          <p:nvPr/>
        </p:nvSpPr>
        <p:spPr>
          <a:xfrm xmlns:a="http://schemas.openxmlformats.org/drawingml/2006/main">
            <a:off x="609600" y="16573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Delivered</a:t>
            </a:r>
          </a:p>
        </p:txBody>
      </p:sp>
      <p:sp>
        <p:nvSpPr>
          <p:cNvPr id="5" name="">
            <a:extLst xmlns:a="http://schemas.openxmlformats.org/drawingml/2006/main">
              <a:ext uri="{FF2B5EF4-FFF2-40B4-BE49-F238E27FC236}">
                <a16:creationId xmlns:a16="http://schemas.microsoft.com/office/drawing/2014/main" id="{2FF7EF4D-0CE5-46A5-859B-1D56B42DFD80}"/>
              </a:ext>
            </a:extLst>
          </p:cNvPr>
          <p:cNvSpPr>
            <a:spLocks xmlns:a="http://schemas.openxmlformats.org/drawingml/2006/main" noGrp="1"/>
          </p:cNvSpPr>
          <p:nvPr/>
        </p:nvSpPr>
        <p:spPr>
          <a:xfrm xmlns:a="http://schemas.openxmlformats.org/drawingml/2006/main">
            <a:off x="609600" y="2114550"/>
            <a:ext cx="5105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Structured repository and common I/O</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Four-model August cloud outputs</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41 English review cases</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Behaviour and energy reports</a:t>
            </a:r>
          </a:p>
        </p:txBody>
      </p:sp>
      <p:sp>
        <p:nvSpPr>
          <p:cNvPr id="6" name="">
            <a:extLst xmlns:a="http://schemas.openxmlformats.org/drawingml/2006/main">
              <a:ext uri="{FF2B5EF4-FFF2-40B4-BE49-F238E27FC236}">
                <a16:creationId xmlns:a16="http://schemas.microsoft.com/office/drawing/2014/main" id="{4C6F8068-609A-4914-B91B-AE22660312EF}"/>
              </a:ext>
            </a:extLst>
          </p:cNvPr>
          <p:cNvSpPr>
            <a:spLocks xmlns:a="http://schemas.openxmlformats.org/drawingml/2006/main" noGrp="1"/>
          </p:cNvSpPr>
          <p:nvPr/>
        </p:nvSpPr>
        <p:spPr>
          <a:xfrm xmlns:a="http://schemas.openxmlformats.org/drawingml/2006/main">
            <a:off x="6238875" y="165735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5"/>
                </a:solidFill>
                <a:latin typeface="Arial"/>
                <a:ea typeface="Arial"/>
                <a:cs typeface="Arial"/>
              </a:defRPr>
            </a:pPr>
            <a:r>
              <a:rPr sz="2100" b="1">
                <a:solidFill>
                  <a:srgbClr val="007F85"/>
                </a:solidFill>
                <a:latin typeface="Arial"/>
                <a:ea typeface="Arial"/>
                <a:cs typeface="Arial"/>
              </a:rPr>
              <a:t>Established findings</a:t>
            </a:r>
          </a:p>
        </p:txBody>
      </p:sp>
      <p:sp>
        <p:nvSpPr>
          <p:cNvPr id="7" name="">
            <a:extLst xmlns:a="http://schemas.openxmlformats.org/drawingml/2006/main">
              <a:ext uri="{FF2B5EF4-FFF2-40B4-BE49-F238E27FC236}">
                <a16:creationId xmlns:a16="http://schemas.microsoft.com/office/drawing/2014/main" id="{EDEAA017-1DF6-4FBB-BB49-E812F7EC824C}"/>
              </a:ext>
            </a:extLst>
          </p:cNvPr>
          <p:cNvSpPr>
            <a:spLocks xmlns:a="http://schemas.openxmlformats.org/drawingml/2006/main" noGrp="1"/>
          </p:cNvSpPr>
          <p:nvPr/>
        </p:nvSpPr>
        <p:spPr>
          <a:xfrm xmlns:a="http://schemas.openxmlformats.org/drawingml/2006/main">
            <a:off x="6238875" y="2114550"/>
            <a:ext cx="5105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Models differ in coverage and alert burden.</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Stale readings complicate interpretation.</a:t>
            </a:r>
          </a:p>
          <a:p xmlns:a="http://schemas.openxmlformats.org/drawingml/2006/main">
            <a:pPr>
              <a:defRPr sz="1875" b="0">
                <a:solidFill>
                  <a:srgbClr val="233B4D"/>
                </a:solidFill>
                <a:latin typeface="Arial"/>
                <a:ea typeface="Arial"/>
                <a:cs typeface="Arial"/>
              </a:defRPr>
            </a:pPr>
            <a:r>
              <a:rPr sz="1875" b="0">
                <a:solidFill>
                  <a:srgbClr val="233B4D"/>
                </a:solidFill>
                <a:latin typeface="Arial"/>
                <a:ea typeface="Arial"/>
                <a:cs typeface="Arial"/>
              </a:rPr>
              <a:t>Consensus still needs operational review.</a:t>
            </a:r>
          </a:p>
        </p:txBody>
      </p:sp>
      <p:sp>
        <p:nvSpPr>
          <p:cNvPr id="8" name="">
            <a:extLst xmlns:a="http://schemas.openxmlformats.org/drawingml/2006/main">
              <a:ext uri="{FF2B5EF4-FFF2-40B4-BE49-F238E27FC236}">
                <a16:creationId xmlns:a16="http://schemas.microsoft.com/office/drawing/2014/main" id="{57F08002-8C98-40DC-AF2F-5EBC976E5EDA}"/>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9525">
            <a:solidFill>
              <a:srgbClr val="E6EEF2"/>
            </a:solidFill>
          </a:ln>
        </p:spPr>
      </p:sp>
      <p:sp>
        <p:nvSpPr>
          <p:cNvPr id="9" name="">
            <a:extLst xmlns:a="http://schemas.openxmlformats.org/drawingml/2006/main">
              <a:ext uri="{FF2B5EF4-FFF2-40B4-BE49-F238E27FC236}">
                <a16:creationId xmlns:a16="http://schemas.microsoft.com/office/drawing/2014/main" id="{58B80D50-C400-470D-BAB5-80C46CCC356A}"/>
              </a:ext>
            </a:extLst>
          </p:cNvPr>
          <p:cNvSpPr>
            <a:spLocks xmlns:a="http://schemas.openxmlformats.org/drawingml/2006/main" noGrp="1"/>
          </p:cNvSpPr>
          <p:nvPr/>
        </p:nvSpPr>
        <p:spPr>
          <a:xfrm xmlns:a="http://schemas.openxmlformats.org/drawingml/2006/main">
            <a:off x="609600" y="43815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5"/>
                </a:solidFill>
                <a:latin typeface="Arial"/>
                <a:ea typeface="Arial"/>
                <a:cs typeface="Arial"/>
              </a:defRPr>
            </a:pPr>
            <a:r>
              <a:rPr sz="2250" b="1">
                <a:solidFill>
                  <a:srgbClr val="007F85"/>
                </a:solidFill>
                <a:latin typeface="Arial"/>
                <a:ea typeface="Arial"/>
                <a:cs typeface="Arial"/>
              </a:rPr>
              <a:t>Remaining work</a:t>
            </a:r>
          </a:p>
        </p:txBody>
      </p:sp>
      <p:sp>
        <p:nvSpPr>
          <p:cNvPr id="10" name="">
            <a:extLst xmlns:a="http://schemas.openxmlformats.org/drawingml/2006/main">
              <a:ext uri="{FF2B5EF4-FFF2-40B4-BE49-F238E27FC236}">
                <a16:creationId xmlns:a16="http://schemas.microsoft.com/office/drawing/2014/main" id="{6AD5A6B7-DB6C-4BBD-9A86-BED8AE62C93C}"/>
              </a:ext>
            </a:extLst>
          </p:cNvPr>
          <p:cNvSpPr>
            <a:spLocks xmlns:a="http://schemas.openxmlformats.org/drawingml/2006/main" noGrp="1"/>
          </p:cNvSpPr>
          <p:nvPr/>
        </p:nvSpPr>
        <p:spPr>
          <a:xfrm xmlns:a="http://schemas.openxmlformats.org/drawingml/2006/main">
            <a:off x="609600" y="4962525"/>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Run the paired injected-data test with matching saved artifacts.</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Collect verified labels and quantify delay and alert burden.</a:t>
            </a:r>
          </a:p>
          <a:p xmlns:a="http://schemas.openxmlformats.org/drawingml/2006/main">
            <a:pPr>
              <a:defRPr sz="2100" b="0">
                <a:solidFill>
                  <a:srgbClr val="233B4D"/>
                </a:solidFill>
                <a:latin typeface="Arial"/>
                <a:ea typeface="Arial"/>
                <a:cs typeface="Arial"/>
              </a:defRPr>
            </a:pPr>
            <a:r>
              <a:rPr sz="2100" b="0">
                <a:solidFill>
                  <a:srgbClr val="233B4D"/>
                </a:solidFill>
                <a:latin typeface="Arial"/>
                <a:ea typeface="Arial"/>
                <a:cs typeface="Arial"/>
              </a:rPr>
              <a:t>Evaluate ensemble rules on common valid coverage.</a:t>
            </a:r>
          </a:p>
        </p:txBody>
      </p:sp>
      <p:sp>
        <p:nvSpPr>
          <p:cNvPr id="11" name="">
            <a:extLst xmlns:a="http://schemas.openxmlformats.org/drawingml/2006/main">
              <a:ext uri="{FF2B5EF4-FFF2-40B4-BE49-F238E27FC236}">
                <a16:creationId xmlns:a16="http://schemas.microsoft.com/office/drawing/2014/main" id="{693E3A01-4094-49B3-B409-560FF71DD43E}"/>
              </a:ext>
            </a:extLst>
          </p:cNvPr>
          <p:cNvSpPr>
            <a:spLocks xmlns:a="http://schemas.openxmlformats.org/drawingml/2006/main" noGrp="1"/>
          </p:cNvSpPr>
          <p:nvPr/>
        </p:nvSpPr>
        <p:spPr>
          <a:xfrm xmlns:a="http://schemas.openxmlformats.org/drawingml/2006/main">
            <a:off x="609600" y="613410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37786"/>
                </a:solidFill>
                <a:latin typeface="Arial"/>
                <a:ea typeface="Arial"/>
                <a:cs typeface="Arial"/>
              </a:defRPr>
            </a:pPr>
            <a:r>
              <a:rPr sz="1350" b="0">
                <a:solidFill>
                  <a:srgbClr val="637786"/>
                </a:solidFill>
                <a:latin typeface="Arial"/>
                <a:ea typeface="Arial"/>
                <a:cs typeface="Arial"/>
              </a:rPr>
              <a:t>Questions and discussion</a:t>
            </a:r>
          </a:p>
        </p:txBody>
      </p:sp>
    </p:spTree>
    <p:extLst>
      <p:ext uri="{BB962C8B-B14F-4D97-AF65-F5344CB8AC3E}">
        <p14:creationId xmlns:p14="http://schemas.microsoft.com/office/powerpoint/2010/main" val="1550796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2026-10-03T12:18:58.5880000Z</dcterms:created>
  <dcterms:modified xsi:type="dcterms:W3CDTF">2026-10-03T12:18:58.5880000Z</dcterms:modified>
</coreProperties>
</file>